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54"/>
  </p:notesMasterIdLst>
  <p:sldIdLst>
    <p:sldId id="258" r:id="rId2"/>
    <p:sldId id="292" r:id="rId3"/>
    <p:sldId id="291" r:id="rId4"/>
    <p:sldId id="302" r:id="rId5"/>
    <p:sldId id="313" r:id="rId6"/>
    <p:sldId id="290" r:id="rId7"/>
    <p:sldId id="259" r:id="rId8"/>
    <p:sldId id="261" r:id="rId9"/>
    <p:sldId id="269" r:id="rId10"/>
    <p:sldId id="271" r:id="rId11"/>
    <p:sldId id="281" r:id="rId12"/>
    <p:sldId id="328" r:id="rId13"/>
    <p:sldId id="293" r:id="rId14"/>
    <p:sldId id="257" r:id="rId15"/>
    <p:sldId id="262" r:id="rId16"/>
    <p:sldId id="265" r:id="rId17"/>
    <p:sldId id="266" r:id="rId18"/>
    <p:sldId id="294" r:id="rId19"/>
    <p:sldId id="304" r:id="rId20"/>
    <p:sldId id="305" r:id="rId21"/>
    <p:sldId id="260" r:id="rId22"/>
    <p:sldId id="306" r:id="rId23"/>
    <p:sldId id="307" r:id="rId24"/>
    <p:sldId id="263" r:id="rId25"/>
    <p:sldId id="308" r:id="rId26"/>
    <p:sldId id="268" r:id="rId27"/>
    <p:sldId id="309" r:id="rId28"/>
    <p:sldId id="270" r:id="rId29"/>
    <p:sldId id="272" r:id="rId30"/>
    <p:sldId id="295" r:id="rId31"/>
    <p:sldId id="311" r:id="rId32"/>
    <p:sldId id="296" r:id="rId33"/>
    <p:sldId id="310" r:id="rId34"/>
    <p:sldId id="297" r:id="rId35"/>
    <p:sldId id="320" r:id="rId36"/>
    <p:sldId id="321" r:id="rId37"/>
    <p:sldId id="322" r:id="rId38"/>
    <p:sldId id="323" r:id="rId39"/>
    <p:sldId id="324" r:id="rId40"/>
    <p:sldId id="325" r:id="rId41"/>
    <p:sldId id="326" r:id="rId42"/>
    <p:sldId id="298" r:id="rId43"/>
    <p:sldId id="315" r:id="rId44"/>
    <p:sldId id="316" r:id="rId45"/>
    <p:sldId id="317" r:id="rId46"/>
    <p:sldId id="264" r:id="rId47"/>
    <p:sldId id="318" r:id="rId48"/>
    <p:sldId id="299" r:id="rId49"/>
    <p:sldId id="319" r:id="rId50"/>
    <p:sldId id="300" r:id="rId51"/>
    <p:sldId id="327" r:id="rId52"/>
    <p:sldId id="301"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3535"/>
    <p:restoredTop sz="96332"/>
  </p:normalViewPr>
  <p:slideViewPr>
    <p:cSldViewPr snapToGrid="0">
      <p:cViewPr>
        <p:scale>
          <a:sx n="113" d="100"/>
          <a:sy n="113" d="100"/>
        </p:scale>
        <p:origin x="-352" y="5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CEA348-10E1-0448-A560-FCA4150DE7B6}" type="datetimeFigureOut">
              <a:rPr lang="en-US" smtClean="0"/>
              <a:t>12/9/25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9D3A1D-F522-4843-8129-66CA846A8326}" type="slidenum">
              <a:rPr lang="en-US" smtClean="0"/>
              <a:t>‹#›</a:t>
            </a:fld>
            <a:endParaRPr lang="en-US"/>
          </a:p>
        </p:txBody>
      </p:sp>
    </p:spTree>
    <p:extLst>
      <p:ext uri="{BB962C8B-B14F-4D97-AF65-F5344CB8AC3E}">
        <p14:creationId xmlns:p14="http://schemas.microsoft.com/office/powerpoint/2010/main" val="781974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4" name="Google Shape;214;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IN" sz="1300" b="1">
                <a:solidFill>
                  <a:schemeClr val="dk1"/>
                </a:solidFill>
              </a:rPr>
              <a:t>Voiceover</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IN">
                <a:solidFill>
                  <a:schemeClr val="dk1"/>
                </a:solidFill>
              </a:rPr>
              <a:t>"This is the Registered Cookies dashboard where business users can track scanned websites, their cookie counts, scan frequencies, and current template statuses."</a:t>
            </a: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IN" sz="1300" b="1">
                <a:solidFill>
                  <a:schemeClr val="dk1"/>
                </a:solidFill>
              </a:rPr>
              <a:t>On-Screen Text</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IN" b="1">
                <a:solidFill>
                  <a:schemeClr val="dk1"/>
                </a:solidFill>
              </a:rPr>
              <a:t>Title:</a:t>
            </a:r>
            <a:r>
              <a:rPr lang="en-IN">
                <a:solidFill>
                  <a:schemeClr val="dk1"/>
                </a:solidFill>
              </a:rPr>
              <a:t> Registered Cookies</a:t>
            </a:r>
            <a:br>
              <a:rPr lang="en-IN">
                <a:solidFill>
                  <a:schemeClr val="dk1"/>
                </a:solidFill>
              </a:rPr>
            </a:br>
            <a:r>
              <a:rPr lang="en-IN" b="1">
                <a:solidFill>
                  <a:schemeClr val="dk1"/>
                </a:solidFill>
              </a:rPr>
              <a:t>Subtitle:</a:t>
            </a:r>
            <a:r>
              <a:rPr lang="en-IN">
                <a:solidFill>
                  <a:schemeClr val="dk1"/>
                </a:solidFill>
              </a:rPr>
              <a:t> Overview of Scanned Sites</a:t>
            </a:r>
            <a:br>
              <a:rPr lang="en-IN">
                <a:solidFill>
                  <a:schemeClr val="dk1"/>
                </a:solidFill>
              </a:rPr>
            </a:br>
            <a:r>
              <a:rPr lang="en-IN" b="1">
                <a:solidFill>
                  <a:schemeClr val="dk1"/>
                </a:solidFill>
              </a:rPr>
              <a:t>Key On-Screen Text:</a:t>
            </a:r>
            <a:r>
              <a:rPr lang="en-IN">
                <a:solidFill>
                  <a:schemeClr val="dk1"/>
                </a:solidFill>
              </a:rPr>
              <a:t> Active • Draft • Inactive • Configurable Scan Frequency</a:t>
            </a: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IN" b="1">
                <a:solidFill>
                  <a:schemeClr val="dk1"/>
                </a:solidFill>
              </a:rPr>
              <a:t>CTA: </a:t>
            </a:r>
            <a:r>
              <a:rPr lang="en-IN">
                <a:solidFill>
                  <a:schemeClr val="dk1"/>
                </a:solidFill>
              </a:rPr>
              <a:t>Start Cookie Scan</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IN" b="1">
                <a:solidFill>
                  <a:schemeClr val="dk1"/>
                </a:solidFill>
              </a:rPr>
              <a:t>Highlight Elements:</a:t>
            </a:r>
            <a:r>
              <a:rPr lang="en-IN">
                <a:solidFill>
                  <a:schemeClr val="dk1"/>
                </a:solidFill>
              </a:rPr>
              <a:t> Highlight </a:t>
            </a:r>
            <a:r>
              <a:rPr lang="en-IN" b="1">
                <a:solidFill>
                  <a:schemeClr val="dk1"/>
                </a:solidFill>
              </a:rPr>
              <a:t>‘Scan website for cookies’ button</a:t>
            </a:r>
            <a:endParaRPr b="1">
              <a:solidFill>
                <a:schemeClr val="dk1"/>
              </a:solidFill>
            </a:endParaRPr>
          </a:p>
          <a:p>
            <a:pPr marL="0" lvl="0" indent="0" algn="l" rtl="0">
              <a:spcBef>
                <a:spcPts val="1200"/>
              </a:spcBef>
              <a:spcAft>
                <a:spcPts val="0"/>
              </a:spcAft>
              <a:buNone/>
            </a:pPr>
            <a:endParaRPr/>
          </a:p>
        </p:txBody>
      </p:sp>
      <p:sp>
        <p:nvSpPr>
          <p:cNvPr id="87" name="Google Shape;87;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IN" sz="1300" b="1">
                <a:solidFill>
                  <a:schemeClr val="dk1"/>
                </a:solidFill>
              </a:rPr>
              <a:t>Voiceover</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IN">
                <a:solidFill>
                  <a:schemeClr val="dk1"/>
                </a:solidFill>
              </a:rPr>
              <a:t>"The updated cookie immediately reflects in the scan report, ensuring accuracy and compliance with disclosure requirements."</a:t>
            </a: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IN" sz="1300" b="1">
                <a:solidFill>
                  <a:schemeClr val="dk1"/>
                </a:solidFill>
              </a:rPr>
              <a:t>On-Screen Text</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IN" b="1">
                <a:solidFill>
                  <a:schemeClr val="dk1"/>
                </a:solidFill>
              </a:rPr>
              <a:t>Title:</a:t>
            </a:r>
            <a:r>
              <a:rPr lang="en-IN">
                <a:solidFill>
                  <a:schemeClr val="dk1"/>
                </a:solidFill>
              </a:rPr>
              <a:t> Cookie Updated</a:t>
            </a:r>
            <a:br>
              <a:rPr lang="en-IN">
                <a:solidFill>
                  <a:schemeClr val="dk1"/>
                </a:solidFill>
              </a:rPr>
            </a:br>
            <a:r>
              <a:rPr lang="en-IN" b="1">
                <a:solidFill>
                  <a:schemeClr val="dk1"/>
                </a:solidFill>
              </a:rPr>
              <a:t>Subtitle:</a:t>
            </a:r>
            <a:r>
              <a:rPr lang="en-IN">
                <a:solidFill>
                  <a:schemeClr val="dk1"/>
                </a:solidFill>
              </a:rPr>
              <a:t> Reflected in Scan Report</a:t>
            </a:r>
            <a:br>
              <a:rPr lang="en-IN">
                <a:solidFill>
                  <a:schemeClr val="dk1"/>
                </a:solidFill>
              </a:rPr>
            </a:br>
            <a:r>
              <a:rPr lang="en-IN" b="1">
                <a:solidFill>
                  <a:schemeClr val="dk1"/>
                </a:solidFill>
              </a:rPr>
              <a:t>Key On-Screen Text:</a:t>
            </a:r>
            <a:r>
              <a:rPr lang="en-IN">
                <a:solidFill>
                  <a:schemeClr val="dk1"/>
                </a:solidFill>
              </a:rPr>
              <a:t> Real-Time Update • Accurate Metadata</a:t>
            </a: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IN" b="1">
                <a:solidFill>
                  <a:schemeClr val="dk1"/>
                </a:solidFill>
              </a:rPr>
              <a:t>CTA: Add New Cookie</a:t>
            </a:r>
            <a:endParaRPr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IN" b="1">
                <a:solidFill>
                  <a:schemeClr val="dk1"/>
                </a:solidFill>
              </a:rPr>
              <a:t>Highlight Elements:</a:t>
            </a:r>
            <a:r>
              <a:rPr lang="en-IN">
                <a:solidFill>
                  <a:schemeClr val="dk1"/>
                </a:solidFill>
              </a:rPr>
              <a:t> Updated cookie row</a:t>
            </a:r>
            <a:endParaRPr>
              <a:solidFill>
                <a:schemeClr val="dk1"/>
              </a:solidFill>
            </a:endParaRPr>
          </a:p>
          <a:p>
            <a:pPr marL="0" lvl="0" indent="0" algn="l" rtl="0">
              <a:spcBef>
                <a:spcPts val="1200"/>
              </a:spcBef>
              <a:spcAft>
                <a:spcPts val="0"/>
              </a:spcAft>
              <a:buNone/>
            </a:pPr>
            <a:endParaRPr/>
          </a:p>
        </p:txBody>
      </p:sp>
      <p:sp>
        <p:nvSpPr>
          <p:cNvPr id="112" name="Google Shape;112;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IN" sz="1300" b="1">
                <a:solidFill>
                  <a:schemeClr val="dk1"/>
                </a:solidFill>
              </a:rPr>
              <a:t>Voiceover</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IN">
                <a:solidFill>
                  <a:schemeClr val="dk1"/>
                </a:solidFill>
              </a:rPr>
              <a:t>"Business users can configure the cookie banner language, placement, and preview how the banner will render across devices."</a:t>
            </a: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IN" sz="1300" b="1">
                <a:solidFill>
                  <a:schemeClr val="dk1"/>
                </a:solidFill>
              </a:rPr>
              <a:t>On-Screen Text</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IN" b="1">
                <a:solidFill>
                  <a:schemeClr val="dk1"/>
                </a:solidFill>
              </a:rPr>
              <a:t>Title:</a:t>
            </a:r>
            <a:r>
              <a:rPr lang="en-IN">
                <a:solidFill>
                  <a:schemeClr val="dk1"/>
                </a:solidFill>
              </a:rPr>
              <a:t> Language Settings</a:t>
            </a:r>
            <a:br>
              <a:rPr lang="en-IN">
                <a:solidFill>
                  <a:schemeClr val="dk1"/>
                </a:solidFill>
              </a:rPr>
            </a:br>
            <a:r>
              <a:rPr lang="en-IN" b="1">
                <a:solidFill>
                  <a:schemeClr val="dk1"/>
                </a:solidFill>
              </a:rPr>
              <a:t>Subtitle:</a:t>
            </a:r>
            <a:r>
              <a:rPr lang="en-IN">
                <a:solidFill>
                  <a:schemeClr val="dk1"/>
                </a:solidFill>
              </a:rPr>
              <a:t> Banner Customization</a:t>
            </a:r>
            <a:br>
              <a:rPr lang="en-IN">
                <a:solidFill>
                  <a:schemeClr val="dk1"/>
                </a:solidFill>
              </a:rPr>
            </a:br>
            <a:r>
              <a:rPr lang="en-IN" b="1">
                <a:solidFill>
                  <a:schemeClr val="dk1"/>
                </a:solidFill>
              </a:rPr>
              <a:t>Key On-Screen Text:</a:t>
            </a:r>
            <a:r>
              <a:rPr lang="en-IN">
                <a:solidFill>
                  <a:schemeClr val="dk1"/>
                </a:solidFill>
              </a:rPr>
              <a:t> Multi-Lingual Support • Custom Messages</a:t>
            </a: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IN" b="1">
                <a:solidFill>
                  <a:schemeClr val="dk1"/>
                </a:solidFill>
              </a:rPr>
              <a:t>CTA: Manage Preferences Screen</a:t>
            </a:r>
            <a:endParaRPr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IN" b="1">
                <a:solidFill>
                  <a:schemeClr val="dk1"/>
                </a:solidFill>
              </a:rPr>
              <a:t>Highlight Elements:</a:t>
            </a:r>
            <a:r>
              <a:rPr lang="en-IN">
                <a:solidFill>
                  <a:schemeClr val="dk1"/>
                </a:solidFill>
              </a:rPr>
              <a:t> Language dropdown → Banner preview</a:t>
            </a:r>
            <a:endParaRPr>
              <a:solidFill>
                <a:schemeClr val="dk1"/>
              </a:solidFill>
            </a:endParaRPr>
          </a:p>
          <a:p>
            <a:pPr marL="0" lvl="0" indent="0" algn="l" rtl="0">
              <a:spcBef>
                <a:spcPts val="1200"/>
              </a:spcBef>
              <a:spcAft>
                <a:spcPts val="0"/>
              </a:spcAft>
              <a:buNone/>
            </a:pPr>
            <a:endParaRPr/>
          </a:p>
        </p:txBody>
      </p:sp>
      <p:sp>
        <p:nvSpPr>
          <p:cNvPr id="127" name="Google Shape;12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IN" sz="1300" b="1">
                <a:solidFill>
                  <a:schemeClr val="dk1"/>
                </a:solidFill>
              </a:rPr>
              <a:t>Voiceover</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IN">
                <a:solidFill>
                  <a:schemeClr val="dk1"/>
                </a:solidFill>
              </a:rPr>
              <a:t>"Each preference section can be customized, including titles, descriptions, and multilingual content to meet regulatory clarity requirements."</a:t>
            </a: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IN" sz="1300" b="1">
                <a:solidFill>
                  <a:schemeClr val="dk1"/>
                </a:solidFill>
              </a:rPr>
              <a:t>On-Screen Text</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IN" b="1">
                <a:solidFill>
                  <a:schemeClr val="dk1"/>
                </a:solidFill>
              </a:rPr>
              <a:t>Title:</a:t>
            </a:r>
            <a:r>
              <a:rPr lang="en-IN">
                <a:solidFill>
                  <a:schemeClr val="dk1"/>
                </a:solidFill>
              </a:rPr>
              <a:t> Manage Preferences</a:t>
            </a:r>
            <a:br>
              <a:rPr lang="en-IN">
                <a:solidFill>
                  <a:schemeClr val="dk1"/>
                </a:solidFill>
              </a:rPr>
            </a:br>
            <a:r>
              <a:rPr lang="en-IN" b="1">
                <a:solidFill>
                  <a:schemeClr val="dk1"/>
                </a:solidFill>
              </a:rPr>
              <a:t>Subtitle:</a:t>
            </a:r>
            <a:r>
              <a:rPr lang="en-IN">
                <a:solidFill>
                  <a:schemeClr val="dk1"/>
                </a:solidFill>
              </a:rPr>
              <a:t> User-Facing Text Configuration</a:t>
            </a:r>
            <a:br>
              <a:rPr lang="en-IN">
                <a:solidFill>
                  <a:schemeClr val="dk1"/>
                </a:solidFill>
              </a:rPr>
            </a:br>
            <a:r>
              <a:rPr lang="en-IN" b="1">
                <a:solidFill>
                  <a:schemeClr val="dk1"/>
                </a:solidFill>
              </a:rPr>
              <a:t>Key On-Screen Text:</a:t>
            </a:r>
            <a:r>
              <a:rPr lang="en-IN">
                <a:solidFill>
                  <a:schemeClr val="dk1"/>
                </a:solidFill>
              </a:rPr>
              <a:t> Required • Functional • Analytics • Advertising</a:t>
            </a: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IN" b="1">
                <a:solidFill>
                  <a:schemeClr val="dk1"/>
                </a:solidFill>
              </a:rPr>
              <a:t>CTA: Continue to Branding</a:t>
            </a:r>
            <a:endParaRPr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IN" b="1">
                <a:solidFill>
                  <a:schemeClr val="dk1"/>
                </a:solidFill>
              </a:rPr>
              <a:t>Highlight Elements:</a:t>
            </a:r>
            <a:r>
              <a:rPr lang="en-IN">
                <a:solidFill>
                  <a:schemeClr val="dk1"/>
                </a:solidFill>
              </a:rPr>
              <a:t> Manage preferences tab</a:t>
            </a:r>
            <a:endParaRPr>
              <a:solidFill>
                <a:schemeClr val="dk1"/>
              </a:solidFill>
            </a:endParaRPr>
          </a:p>
          <a:p>
            <a:pPr marL="0" lvl="0" indent="0" algn="l" rtl="0">
              <a:spcBef>
                <a:spcPts val="1200"/>
              </a:spcBef>
              <a:spcAft>
                <a:spcPts val="0"/>
              </a:spcAft>
              <a:buNone/>
            </a:pPr>
            <a:endParaRPr/>
          </a:p>
        </p:txBody>
      </p:sp>
      <p:sp>
        <p:nvSpPr>
          <p:cNvPr id="132" name="Google Shape;132;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IN" b="1">
                <a:solidFill>
                  <a:schemeClr val="dk1"/>
                </a:solidFill>
              </a:rPr>
              <a:t>Voiceover (~10 sec)</a:t>
            </a:r>
            <a:br>
              <a:rPr lang="en-IN" b="1">
                <a:solidFill>
                  <a:schemeClr val="dk1"/>
                </a:solidFill>
              </a:rPr>
            </a:br>
            <a:r>
              <a:rPr lang="en-IN">
                <a:solidFill>
                  <a:schemeClr val="dk1"/>
                </a:solidFill>
              </a:rPr>
              <a:t> “Next, the business user opens the Grievance Form Templates page, which lists all existing templates and allows creation of new standardized forms for different grievance categories.”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IN" b="1">
                <a:solidFill>
                  <a:schemeClr val="dk1"/>
                </a:solidFill>
              </a:rPr>
              <a:t>On-Screen Text:</a:t>
            </a:r>
            <a:br>
              <a:rPr lang="en-IN" b="1">
                <a:solidFill>
                  <a:schemeClr val="dk1"/>
                </a:solidFill>
              </a:rPr>
            </a:br>
            <a:r>
              <a:rPr lang="en-IN" b="1">
                <a:solidFill>
                  <a:schemeClr val="dk1"/>
                </a:solidFill>
              </a:rPr>
              <a:t>Title:</a:t>
            </a:r>
            <a:r>
              <a:rPr lang="en-IN">
                <a:solidFill>
                  <a:schemeClr val="dk1"/>
                </a:solidFill>
              </a:rPr>
              <a:t> Grievance Form Templates</a:t>
            </a:r>
            <a:br>
              <a:rPr lang="en-IN">
                <a:solidFill>
                  <a:schemeClr val="dk1"/>
                </a:solidFill>
              </a:rPr>
            </a:br>
            <a:r>
              <a:rPr lang="en-IN" b="1">
                <a:solidFill>
                  <a:schemeClr val="dk1"/>
                </a:solidFill>
              </a:rPr>
              <a:t>Subtitle:</a:t>
            </a:r>
            <a:r>
              <a:rPr lang="en-IN">
                <a:solidFill>
                  <a:schemeClr val="dk1"/>
                </a:solidFill>
              </a:rPr>
              <a:t> Review Existing Templates or Create New</a:t>
            </a:r>
            <a:br>
              <a:rPr lang="en-IN">
                <a:solidFill>
                  <a:schemeClr val="dk1"/>
                </a:solidFill>
              </a:rPr>
            </a:br>
            <a:r>
              <a:rPr lang="en-IN" b="1">
                <a:solidFill>
                  <a:schemeClr val="dk1"/>
                </a:solidFill>
              </a:rPr>
              <a:t>Key Text:</a:t>
            </a:r>
            <a:r>
              <a:rPr lang="en-IN">
                <a:solidFill>
                  <a:schemeClr val="dk1"/>
                </a:solidFill>
              </a:rPr>
              <a:t> Centralized Form Library • Multi-Category Support</a:t>
            </a:r>
            <a:br>
              <a:rPr lang="en-IN">
                <a:solidFill>
                  <a:schemeClr val="dk1"/>
                </a:solidFill>
              </a:rPr>
            </a:br>
            <a:r>
              <a:rPr lang="en-IN" b="1">
                <a:solidFill>
                  <a:schemeClr val="dk1"/>
                </a:solidFill>
              </a:rPr>
              <a:t>CTA:</a:t>
            </a:r>
            <a:r>
              <a:rPr lang="en-IN">
                <a:solidFill>
                  <a:schemeClr val="dk1"/>
                </a:solidFill>
              </a:rPr>
              <a:t> Start Creating New Grievance Form</a:t>
            </a:r>
            <a:br>
              <a:rPr lang="en-IN">
                <a:solidFill>
                  <a:schemeClr val="dk1"/>
                </a:solidFill>
              </a:rPr>
            </a:br>
            <a:r>
              <a:rPr lang="en-IN" b="1">
                <a:solidFill>
                  <a:schemeClr val="dk1"/>
                </a:solidFill>
              </a:rPr>
              <a:t>Highlight Elements:</a:t>
            </a:r>
            <a:r>
              <a:rPr lang="en-IN">
                <a:solidFill>
                  <a:schemeClr val="dk1"/>
                </a:solidFill>
              </a:rPr>
              <a:t> ‘Create grievance form template’ button.</a:t>
            </a:r>
            <a:endParaRPr>
              <a:solidFill>
                <a:schemeClr val="dk1"/>
              </a:solidFill>
            </a:endParaRPr>
          </a:p>
          <a:p>
            <a:pPr marL="0" lvl="0" indent="0" algn="l" rtl="0">
              <a:spcBef>
                <a:spcPts val="1200"/>
              </a:spcBef>
              <a:spcAft>
                <a:spcPts val="0"/>
              </a:spcAft>
              <a:buNone/>
            </a:pPr>
            <a:endParaRPr/>
          </a:p>
        </p:txBody>
      </p:sp>
      <p:sp>
        <p:nvSpPr>
          <p:cNvPr id="92" name="Google Shape;92;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IN" b="1">
                <a:solidFill>
                  <a:schemeClr val="dk1"/>
                </a:solidFill>
              </a:rPr>
              <a:t>Voiceover (~14 sec)</a:t>
            </a:r>
            <a:br>
              <a:rPr lang="en-IN" b="1">
                <a:solidFill>
                  <a:schemeClr val="dk1"/>
                </a:solidFill>
              </a:rPr>
            </a:br>
            <a:r>
              <a:rPr lang="en-IN">
                <a:solidFill>
                  <a:schemeClr val="dk1"/>
                </a:solidFill>
              </a:rPr>
              <a:t> “In Step One, the business user defines grievance categories and subcategories, enabling proper classification of user issues. Options such as legal grievances, data misuse, improper data sharing, and DPDP violations can be configured.”</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IN" b="1">
                <a:solidFill>
                  <a:schemeClr val="dk1"/>
                </a:solidFill>
              </a:rPr>
              <a:t>On-Screen Text:</a:t>
            </a:r>
            <a:br>
              <a:rPr lang="en-IN" b="1">
                <a:solidFill>
                  <a:schemeClr val="dk1"/>
                </a:solidFill>
              </a:rPr>
            </a:br>
            <a:r>
              <a:rPr lang="en-IN" b="1">
                <a:solidFill>
                  <a:schemeClr val="dk1"/>
                </a:solidFill>
              </a:rPr>
              <a:t>Title:</a:t>
            </a:r>
            <a:r>
              <a:rPr lang="en-IN">
                <a:solidFill>
                  <a:schemeClr val="dk1"/>
                </a:solidFill>
              </a:rPr>
              <a:t> Create Grievance Template</a:t>
            </a:r>
            <a:br>
              <a:rPr lang="en-IN">
                <a:solidFill>
                  <a:schemeClr val="dk1"/>
                </a:solidFill>
              </a:rPr>
            </a:br>
            <a:r>
              <a:rPr lang="en-IN" b="1">
                <a:solidFill>
                  <a:schemeClr val="dk1"/>
                </a:solidFill>
              </a:rPr>
              <a:t>Subtitle:</a:t>
            </a:r>
            <a:r>
              <a:rPr lang="en-IN">
                <a:solidFill>
                  <a:schemeClr val="dk1"/>
                </a:solidFill>
              </a:rPr>
              <a:t> Step 1 — Configure Categories</a:t>
            </a:r>
            <a:br>
              <a:rPr lang="en-IN">
                <a:solidFill>
                  <a:schemeClr val="dk1"/>
                </a:solidFill>
              </a:rPr>
            </a:br>
            <a:r>
              <a:rPr lang="en-IN" b="1">
                <a:solidFill>
                  <a:schemeClr val="dk1"/>
                </a:solidFill>
              </a:rPr>
              <a:t>Key Text:</a:t>
            </a:r>
            <a:r>
              <a:rPr lang="en-IN">
                <a:solidFill>
                  <a:schemeClr val="dk1"/>
                </a:solidFill>
              </a:rPr>
              <a:t> Category Setup • Subcategories • Custom Fields</a:t>
            </a:r>
            <a:br>
              <a:rPr lang="en-IN">
                <a:solidFill>
                  <a:schemeClr val="dk1"/>
                </a:solidFill>
              </a:rPr>
            </a:br>
            <a:r>
              <a:rPr lang="en-IN" b="1">
                <a:solidFill>
                  <a:schemeClr val="dk1"/>
                </a:solidFill>
              </a:rPr>
              <a:t>CTA:</a:t>
            </a:r>
            <a:r>
              <a:rPr lang="en-IN">
                <a:solidFill>
                  <a:schemeClr val="dk1"/>
                </a:solidFill>
              </a:rPr>
              <a:t> Proceed to User Information</a:t>
            </a:r>
            <a:br>
              <a:rPr lang="en-IN">
                <a:solidFill>
                  <a:schemeClr val="dk1"/>
                </a:solidFill>
              </a:rPr>
            </a:br>
            <a:r>
              <a:rPr lang="en-IN" b="1">
                <a:solidFill>
                  <a:schemeClr val="dk1"/>
                </a:solidFill>
              </a:rPr>
              <a:t>Highlight Elements:</a:t>
            </a:r>
            <a:r>
              <a:rPr lang="en-IN">
                <a:solidFill>
                  <a:schemeClr val="dk1"/>
                </a:solidFill>
              </a:rPr>
              <a:t> Category list, subcategory checkboxes, description toggles.</a:t>
            </a:r>
            <a:endParaRPr>
              <a:solidFill>
                <a:schemeClr val="dk1"/>
              </a:solidFill>
            </a:endParaRPr>
          </a:p>
          <a:p>
            <a:pPr marL="0" lvl="0" indent="0" algn="l" rtl="0">
              <a:spcBef>
                <a:spcPts val="1200"/>
              </a:spcBef>
              <a:spcAft>
                <a:spcPts val="0"/>
              </a:spcAft>
              <a:buNone/>
            </a:pPr>
            <a:endParaRPr/>
          </a:p>
        </p:txBody>
      </p:sp>
      <p:sp>
        <p:nvSpPr>
          <p:cNvPr id="97" name="Google Shape;97;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IN" b="1">
                <a:solidFill>
                  <a:schemeClr val="dk1"/>
                </a:solidFill>
              </a:rPr>
              <a:t>Voiceover (~12 sec)</a:t>
            </a:r>
            <a:br>
              <a:rPr lang="en-IN" b="1">
                <a:solidFill>
                  <a:schemeClr val="dk1"/>
                </a:solidFill>
              </a:rPr>
            </a:br>
            <a:r>
              <a:rPr lang="en-IN">
                <a:solidFill>
                  <a:schemeClr val="dk1"/>
                </a:solidFill>
              </a:rPr>
              <a:t> “In Step Two, the data fiduciary sets the user information fields that will appear when a data principal submits a grievance—such as name, email ID, mobile number, and any additional required fields.”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IN" b="1">
                <a:solidFill>
                  <a:schemeClr val="dk1"/>
                </a:solidFill>
              </a:rPr>
              <a:t>On-Screen Text:</a:t>
            </a:r>
            <a:br>
              <a:rPr lang="en-IN" b="1">
                <a:solidFill>
                  <a:schemeClr val="dk1"/>
                </a:solidFill>
              </a:rPr>
            </a:br>
            <a:r>
              <a:rPr lang="en-IN" b="1">
                <a:solidFill>
                  <a:schemeClr val="dk1"/>
                </a:solidFill>
              </a:rPr>
              <a:t>Title:</a:t>
            </a:r>
            <a:r>
              <a:rPr lang="en-IN">
                <a:solidFill>
                  <a:schemeClr val="dk1"/>
                </a:solidFill>
              </a:rPr>
              <a:t> Create Grievance Template</a:t>
            </a:r>
            <a:br>
              <a:rPr lang="en-IN">
                <a:solidFill>
                  <a:schemeClr val="dk1"/>
                </a:solidFill>
              </a:rPr>
            </a:br>
            <a:r>
              <a:rPr lang="en-IN" b="1">
                <a:solidFill>
                  <a:schemeClr val="dk1"/>
                </a:solidFill>
              </a:rPr>
              <a:t>Subtitle:</a:t>
            </a:r>
            <a:r>
              <a:rPr lang="en-IN">
                <a:solidFill>
                  <a:schemeClr val="dk1"/>
                </a:solidFill>
              </a:rPr>
              <a:t> Step 2 — User Information Fields</a:t>
            </a:r>
            <a:br>
              <a:rPr lang="en-IN">
                <a:solidFill>
                  <a:schemeClr val="dk1"/>
                </a:solidFill>
              </a:rPr>
            </a:br>
            <a:r>
              <a:rPr lang="en-IN" b="1">
                <a:solidFill>
                  <a:schemeClr val="dk1"/>
                </a:solidFill>
              </a:rPr>
              <a:t>Key Text:</a:t>
            </a:r>
            <a:r>
              <a:rPr lang="en-IN">
                <a:solidFill>
                  <a:schemeClr val="dk1"/>
                </a:solidFill>
              </a:rPr>
              <a:t> User Type • Required Fields • Custom Inputs</a:t>
            </a:r>
            <a:br>
              <a:rPr lang="en-IN">
                <a:solidFill>
                  <a:schemeClr val="dk1"/>
                </a:solidFill>
              </a:rPr>
            </a:br>
            <a:r>
              <a:rPr lang="en-IN" b="1">
                <a:solidFill>
                  <a:schemeClr val="dk1"/>
                </a:solidFill>
              </a:rPr>
              <a:t>CTA:</a:t>
            </a:r>
            <a:r>
              <a:rPr lang="en-IN">
                <a:solidFill>
                  <a:schemeClr val="dk1"/>
                </a:solidFill>
              </a:rPr>
              <a:t> Continue to Language Settings</a:t>
            </a:r>
            <a:br>
              <a:rPr lang="en-IN">
                <a:solidFill>
                  <a:schemeClr val="dk1"/>
                </a:solidFill>
              </a:rPr>
            </a:br>
            <a:r>
              <a:rPr lang="en-IN" b="1">
                <a:solidFill>
                  <a:schemeClr val="dk1"/>
                </a:solidFill>
              </a:rPr>
              <a:t>Highlight Elements:</a:t>
            </a:r>
            <a:r>
              <a:rPr lang="en-IN">
                <a:solidFill>
                  <a:schemeClr val="dk1"/>
                </a:solidFill>
              </a:rPr>
              <a:t> User type dropdown, user detail fields.</a:t>
            </a:r>
            <a:endParaRPr>
              <a:solidFill>
                <a:schemeClr val="dk1"/>
              </a:solidFill>
            </a:endParaRPr>
          </a:p>
          <a:p>
            <a:pPr marL="0" lvl="0" indent="0" algn="l" rtl="0">
              <a:spcBef>
                <a:spcPts val="1200"/>
              </a:spcBef>
              <a:spcAft>
                <a:spcPts val="0"/>
              </a:spcAft>
              <a:buNone/>
            </a:pPr>
            <a:endParaRPr/>
          </a:p>
        </p:txBody>
      </p:sp>
      <p:sp>
        <p:nvSpPr>
          <p:cNvPr id="102" name="Google Shape;102;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IN" b="1">
                <a:solidFill>
                  <a:schemeClr val="dk1"/>
                </a:solidFill>
              </a:rPr>
              <a:t>Voiceover (~10 sec)</a:t>
            </a:r>
            <a:br>
              <a:rPr lang="en-IN" b="1">
                <a:solidFill>
                  <a:schemeClr val="dk1"/>
                </a:solidFill>
              </a:rPr>
            </a:br>
            <a:r>
              <a:rPr lang="en-IN">
                <a:solidFill>
                  <a:schemeClr val="dk1"/>
                </a:solidFill>
              </a:rPr>
              <a:t> “The Language tab enables multilingual support, allowing headings and descriptions to be customized for users in their preferred language, ensuring accessibility and inclusiveness.”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IN" b="1">
                <a:solidFill>
                  <a:schemeClr val="dk1"/>
                </a:solidFill>
              </a:rPr>
              <a:t>On-Screen Text:</a:t>
            </a:r>
            <a:br>
              <a:rPr lang="en-IN" b="1">
                <a:solidFill>
                  <a:schemeClr val="dk1"/>
                </a:solidFill>
              </a:rPr>
            </a:br>
            <a:r>
              <a:rPr lang="en-IN" b="1">
                <a:solidFill>
                  <a:schemeClr val="dk1"/>
                </a:solidFill>
              </a:rPr>
              <a:t>Title:</a:t>
            </a:r>
            <a:r>
              <a:rPr lang="en-IN">
                <a:solidFill>
                  <a:schemeClr val="dk1"/>
                </a:solidFill>
              </a:rPr>
              <a:t> Create Grievance Template</a:t>
            </a:r>
            <a:br>
              <a:rPr lang="en-IN">
                <a:solidFill>
                  <a:schemeClr val="dk1"/>
                </a:solidFill>
              </a:rPr>
            </a:br>
            <a:r>
              <a:rPr lang="en-IN" b="1">
                <a:solidFill>
                  <a:schemeClr val="dk1"/>
                </a:solidFill>
              </a:rPr>
              <a:t>Subtitle:</a:t>
            </a:r>
            <a:r>
              <a:rPr lang="en-IN">
                <a:solidFill>
                  <a:schemeClr val="dk1"/>
                </a:solidFill>
              </a:rPr>
              <a:t> Multi-Lingual Support</a:t>
            </a:r>
            <a:br>
              <a:rPr lang="en-IN">
                <a:solidFill>
                  <a:schemeClr val="dk1"/>
                </a:solidFill>
              </a:rPr>
            </a:br>
            <a:r>
              <a:rPr lang="en-IN" b="1">
                <a:solidFill>
                  <a:schemeClr val="dk1"/>
                </a:solidFill>
              </a:rPr>
              <a:t>Key Text:</a:t>
            </a:r>
            <a:r>
              <a:rPr lang="en-IN">
                <a:solidFill>
                  <a:schemeClr val="dk1"/>
                </a:solidFill>
              </a:rPr>
              <a:t> Localized Fields • Custom Headings</a:t>
            </a:r>
            <a:br>
              <a:rPr lang="en-IN">
                <a:solidFill>
                  <a:schemeClr val="dk1"/>
                </a:solidFill>
              </a:rPr>
            </a:br>
            <a:r>
              <a:rPr lang="en-IN" b="1">
                <a:solidFill>
                  <a:schemeClr val="dk1"/>
                </a:solidFill>
              </a:rPr>
              <a:t>CTA:</a:t>
            </a:r>
            <a:r>
              <a:rPr lang="en-IN">
                <a:solidFill>
                  <a:schemeClr val="dk1"/>
                </a:solidFill>
              </a:rPr>
              <a:t> Open Branding Options</a:t>
            </a:r>
            <a:br>
              <a:rPr lang="en-IN">
                <a:solidFill>
                  <a:schemeClr val="dk1"/>
                </a:solidFill>
              </a:rPr>
            </a:br>
            <a:r>
              <a:rPr lang="en-IN" b="1">
                <a:solidFill>
                  <a:schemeClr val="dk1"/>
                </a:solidFill>
              </a:rPr>
              <a:t>Highlight Elements:</a:t>
            </a:r>
            <a:r>
              <a:rPr lang="en-IN">
                <a:solidFill>
                  <a:schemeClr val="dk1"/>
                </a:solidFill>
              </a:rPr>
              <a:t> Language dropdown, heading field.</a:t>
            </a:r>
            <a:endParaRPr>
              <a:solidFill>
                <a:schemeClr val="dk1"/>
              </a:solidFill>
            </a:endParaRPr>
          </a:p>
          <a:p>
            <a:pPr marL="0" lvl="0" indent="0" algn="l" rtl="0">
              <a:spcBef>
                <a:spcPts val="1200"/>
              </a:spcBef>
              <a:spcAft>
                <a:spcPts val="0"/>
              </a:spcAft>
              <a:buNone/>
            </a:pPr>
            <a:endParaRPr/>
          </a:p>
        </p:txBody>
      </p:sp>
      <p:sp>
        <p:nvSpPr>
          <p:cNvPr id="107" name="Google Shape;107;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IN" b="1">
                <a:solidFill>
                  <a:schemeClr val="dk1"/>
                </a:solidFill>
              </a:rPr>
              <a:t>Voiceover (~12 sec)</a:t>
            </a:r>
            <a:br>
              <a:rPr lang="en-IN" b="1">
                <a:solidFill>
                  <a:schemeClr val="dk1"/>
                </a:solidFill>
              </a:rPr>
            </a:br>
            <a:r>
              <a:rPr lang="en-IN">
                <a:solidFill>
                  <a:schemeClr val="dk1"/>
                </a:solidFill>
              </a:rPr>
              <a:t> “Branding options allow the business user to customize themes, colors, and logos. This ensures a consistent experience across the organization’s grievance forms.”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IN" b="1">
                <a:solidFill>
                  <a:schemeClr val="dk1"/>
                </a:solidFill>
              </a:rPr>
              <a:t>On-Screen Text:</a:t>
            </a:r>
            <a:br>
              <a:rPr lang="en-IN" b="1">
                <a:solidFill>
                  <a:schemeClr val="dk1"/>
                </a:solidFill>
              </a:rPr>
            </a:br>
            <a:r>
              <a:rPr lang="en-IN" b="1">
                <a:solidFill>
                  <a:schemeClr val="dk1"/>
                </a:solidFill>
              </a:rPr>
              <a:t>Title:</a:t>
            </a:r>
            <a:r>
              <a:rPr lang="en-IN">
                <a:solidFill>
                  <a:schemeClr val="dk1"/>
                </a:solidFill>
              </a:rPr>
              <a:t> Create Grievance Template</a:t>
            </a:r>
            <a:br>
              <a:rPr lang="en-IN">
                <a:solidFill>
                  <a:schemeClr val="dk1"/>
                </a:solidFill>
              </a:rPr>
            </a:br>
            <a:r>
              <a:rPr lang="en-IN" b="1">
                <a:solidFill>
                  <a:schemeClr val="dk1"/>
                </a:solidFill>
              </a:rPr>
              <a:t>Subtitle:</a:t>
            </a:r>
            <a:r>
              <a:rPr lang="en-IN">
                <a:solidFill>
                  <a:schemeClr val="dk1"/>
                </a:solidFill>
              </a:rPr>
              <a:t> Branding &amp; Theme Customization</a:t>
            </a:r>
            <a:br>
              <a:rPr lang="en-IN">
                <a:solidFill>
                  <a:schemeClr val="dk1"/>
                </a:solidFill>
              </a:rPr>
            </a:br>
            <a:r>
              <a:rPr lang="en-IN" b="1">
                <a:solidFill>
                  <a:schemeClr val="dk1"/>
                </a:solidFill>
              </a:rPr>
              <a:t>Key Text:</a:t>
            </a:r>
            <a:r>
              <a:rPr lang="en-IN">
                <a:solidFill>
                  <a:schemeClr val="dk1"/>
                </a:solidFill>
              </a:rPr>
              <a:t> Logo Upload • Theme Settings • UI Consistency</a:t>
            </a:r>
            <a:br>
              <a:rPr lang="en-IN">
                <a:solidFill>
                  <a:schemeClr val="dk1"/>
                </a:solidFill>
              </a:rPr>
            </a:br>
            <a:r>
              <a:rPr lang="en-IN" b="1">
                <a:solidFill>
                  <a:schemeClr val="dk1"/>
                </a:solidFill>
              </a:rPr>
              <a:t>CTA:</a:t>
            </a:r>
            <a:r>
              <a:rPr lang="en-IN">
                <a:solidFill>
                  <a:schemeClr val="dk1"/>
                </a:solidFill>
              </a:rPr>
              <a:t> Configure Accessibility</a:t>
            </a:r>
            <a:br>
              <a:rPr lang="en-IN">
                <a:solidFill>
                  <a:schemeClr val="dk1"/>
                </a:solidFill>
              </a:rPr>
            </a:br>
            <a:r>
              <a:rPr lang="en-IN" b="1">
                <a:solidFill>
                  <a:schemeClr val="dk1"/>
                </a:solidFill>
              </a:rPr>
              <a:t>Highlight Elements:</a:t>
            </a:r>
            <a:r>
              <a:rPr lang="en-IN">
                <a:solidFill>
                  <a:schemeClr val="dk1"/>
                </a:solidFill>
              </a:rPr>
              <a:t> Logo upload, color pickers, preview panel.</a:t>
            </a:r>
            <a:endParaRPr>
              <a:solidFill>
                <a:schemeClr val="dk1"/>
              </a:solidFill>
            </a:endParaRPr>
          </a:p>
          <a:p>
            <a:pPr marL="0" lvl="0" indent="0" algn="l" rtl="0">
              <a:spcBef>
                <a:spcPts val="1200"/>
              </a:spcBef>
              <a:spcAft>
                <a:spcPts val="0"/>
              </a:spcAft>
              <a:buNone/>
            </a:pPr>
            <a:endParaRPr/>
          </a:p>
        </p:txBody>
      </p:sp>
      <p:sp>
        <p:nvSpPr>
          <p:cNvPr id="112" name="Google Shape;112;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IN" b="1">
                <a:solidFill>
                  <a:schemeClr val="dk1"/>
                </a:solidFill>
              </a:rPr>
              <a:t>Voiceover (~10 sec)</a:t>
            </a:r>
            <a:br>
              <a:rPr lang="en-IN" b="1">
                <a:solidFill>
                  <a:schemeClr val="dk1"/>
                </a:solidFill>
              </a:rPr>
            </a:br>
            <a:r>
              <a:rPr lang="en-IN">
                <a:solidFill>
                  <a:schemeClr val="dk1"/>
                </a:solidFill>
              </a:rPr>
              <a:t> “The Accessibility settings define keyboard navigation and focus order to ensure the form can be used by all, including users with assistive needs.”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IN" b="1">
                <a:solidFill>
                  <a:schemeClr val="dk1"/>
                </a:solidFill>
              </a:rPr>
              <a:t>On-Screen Text:</a:t>
            </a:r>
            <a:br>
              <a:rPr lang="en-IN" b="1">
                <a:solidFill>
                  <a:schemeClr val="dk1"/>
                </a:solidFill>
              </a:rPr>
            </a:br>
            <a:r>
              <a:rPr lang="en-IN" b="1">
                <a:solidFill>
                  <a:schemeClr val="dk1"/>
                </a:solidFill>
              </a:rPr>
              <a:t>Title:</a:t>
            </a:r>
            <a:r>
              <a:rPr lang="en-IN">
                <a:solidFill>
                  <a:schemeClr val="dk1"/>
                </a:solidFill>
              </a:rPr>
              <a:t> Accessibility Settings</a:t>
            </a:r>
            <a:br>
              <a:rPr lang="en-IN">
                <a:solidFill>
                  <a:schemeClr val="dk1"/>
                </a:solidFill>
              </a:rPr>
            </a:br>
            <a:r>
              <a:rPr lang="en-IN" b="1">
                <a:solidFill>
                  <a:schemeClr val="dk1"/>
                </a:solidFill>
              </a:rPr>
              <a:t>Subtitle:</a:t>
            </a:r>
            <a:r>
              <a:rPr lang="en-IN">
                <a:solidFill>
                  <a:schemeClr val="dk1"/>
                </a:solidFill>
              </a:rPr>
              <a:t> Keyboard Focus Order</a:t>
            </a:r>
            <a:br>
              <a:rPr lang="en-IN">
                <a:solidFill>
                  <a:schemeClr val="dk1"/>
                </a:solidFill>
              </a:rPr>
            </a:br>
            <a:r>
              <a:rPr lang="en-IN" b="1">
                <a:solidFill>
                  <a:schemeClr val="dk1"/>
                </a:solidFill>
              </a:rPr>
              <a:t>Key Text:</a:t>
            </a:r>
            <a:r>
              <a:rPr lang="en-IN">
                <a:solidFill>
                  <a:schemeClr val="dk1"/>
                </a:solidFill>
              </a:rPr>
              <a:t> Seamless Navigation • Inclusive UI</a:t>
            </a:r>
            <a:br>
              <a:rPr lang="en-IN">
                <a:solidFill>
                  <a:schemeClr val="dk1"/>
                </a:solidFill>
              </a:rPr>
            </a:br>
            <a:r>
              <a:rPr lang="en-IN" b="1">
                <a:solidFill>
                  <a:schemeClr val="dk1"/>
                </a:solidFill>
              </a:rPr>
              <a:t>CTA:</a:t>
            </a:r>
            <a:r>
              <a:rPr lang="en-IN">
                <a:solidFill>
                  <a:schemeClr val="dk1"/>
                </a:solidFill>
              </a:rPr>
              <a:t> Configure Screen Reader Experience</a:t>
            </a:r>
            <a:br>
              <a:rPr lang="en-IN">
                <a:solidFill>
                  <a:schemeClr val="dk1"/>
                </a:solidFill>
              </a:rPr>
            </a:br>
            <a:r>
              <a:rPr lang="en-IN" b="1">
                <a:solidFill>
                  <a:schemeClr val="dk1"/>
                </a:solidFill>
              </a:rPr>
              <a:t>Highlight Elements:</a:t>
            </a:r>
            <a:r>
              <a:rPr lang="en-IN">
                <a:solidFill>
                  <a:schemeClr val="dk1"/>
                </a:solidFill>
              </a:rPr>
              <a:t> Focus order indicators in preview.</a:t>
            </a:r>
            <a:endParaRPr>
              <a:solidFill>
                <a:schemeClr val="dk1"/>
              </a:solidFill>
            </a:endParaRPr>
          </a:p>
          <a:p>
            <a:pPr marL="0" lvl="0" indent="0" algn="l" rtl="0">
              <a:spcBef>
                <a:spcPts val="1200"/>
              </a:spcBef>
              <a:spcAft>
                <a:spcPts val="0"/>
              </a:spcAft>
              <a:buNone/>
            </a:pPr>
            <a:endParaRPr/>
          </a:p>
        </p:txBody>
      </p:sp>
      <p:sp>
        <p:nvSpPr>
          <p:cNvPr id="117" name="Google Shape;117;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IN" b="1">
                <a:solidFill>
                  <a:schemeClr val="dk1"/>
                </a:solidFill>
              </a:rPr>
              <a:t>Voiceover (~9 sec)</a:t>
            </a:r>
            <a:br>
              <a:rPr lang="en-IN" b="1">
                <a:solidFill>
                  <a:schemeClr val="dk1"/>
                </a:solidFill>
              </a:rPr>
            </a:br>
            <a:r>
              <a:rPr lang="en-IN">
                <a:solidFill>
                  <a:schemeClr val="dk1"/>
                </a:solidFill>
              </a:rPr>
              <a:t> “The newly created grievance form now appears in the list of templates, ready to accept submissions from data principals.”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IN" b="1">
                <a:solidFill>
                  <a:schemeClr val="dk1"/>
                </a:solidFill>
              </a:rPr>
              <a:t>On-Screen Text:</a:t>
            </a:r>
            <a:br>
              <a:rPr lang="en-IN" b="1">
                <a:solidFill>
                  <a:schemeClr val="dk1"/>
                </a:solidFill>
              </a:rPr>
            </a:br>
            <a:r>
              <a:rPr lang="en-IN" b="1">
                <a:solidFill>
                  <a:schemeClr val="dk1"/>
                </a:solidFill>
              </a:rPr>
              <a:t>Title:</a:t>
            </a:r>
            <a:r>
              <a:rPr lang="en-IN">
                <a:solidFill>
                  <a:schemeClr val="dk1"/>
                </a:solidFill>
              </a:rPr>
              <a:t> Template Published</a:t>
            </a:r>
            <a:br>
              <a:rPr lang="en-IN">
                <a:solidFill>
                  <a:schemeClr val="dk1"/>
                </a:solidFill>
              </a:rPr>
            </a:br>
            <a:r>
              <a:rPr lang="en-IN" b="1">
                <a:solidFill>
                  <a:schemeClr val="dk1"/>
                </a:solidFill>
              </a:rPr>
              <a:t>Subtitle:</a:t>
            </a:r>
            <a:r>
              <a:rPr lang="en-IN">
                <a:solidFill>
                  <a:schemeClr val="dk1"/>
                </a:solidFill>
              </a:rPr>
              <a:t> Form Now Available for Users</a:t>
            </a:r>
            <a:br>
              <a:rPr lang="en-IN">
                <a:solidFill>
                  <a:schemeClr val="dk1"/>
                </a:solidFill>
              </a:rPr>
            </a:br>
            <a:r>
              <a:rPr lang="en-IN" b="1">
                <a:solidFill>
                  <a:schemeClr val="dk1"/>
                </a:solidFill>
              </a:rPr>
              <a:t>Key Text:</a:t>
            </a:r>
            <a:r>
              <a:rPr lang="en-IN">
                <a:solidFill>
                  <a:schemeClr val="dk1"/>
                </a:solidFill>
              </a:rPr>
              <a:t> Updated Form Library</a:t>
            </a:r>
            <a:br>
              <a:rPr lang="en-IN">
                <a:solidFill>
                  <a:schemeClr val="dk1"/>
                </a:solidFill>
              </a:rPr>
            </a:br>
            <a:r>
              <a:rPr lang="en-IN" b="1">
                <a:solidFill>
                  <a:schemeClr val="dk1"/>
                </a:solidFill>
              </a:rPr>
              <a:t>CTA:</a:t>
            </a:r>
            <a:r>
              <a:rPr lang="en-IN">
                <a:solidFill>
                  <a:schemeClr val="dk1"/>
                </a:solidFill>
              </a:rPr>
              <a:t> Go to User Grievance Requests</a:t>
            </a:r>
            <a:br>
              <a:rPr lang="en-IN">
                <a:solidFill>
                  <a:schemeClr val="dk1"/>
                </a:solidFill>
              </a:rPr>
            </a:br>
            <a:r>
              <a:rPr lang="en-IN" b="1">
                <a:solidFill>
                  <a:schemeClr val="dk1"/>
                </a:solidFill>
              </a:rPr>
              <a:t>Highlight Elements:</a:t>
            </a:r>
            <a:r>
              <a:rPr lang="en-IN">
                <a:solidFill>
                  <a:schemeClr val="dk1"/>
                </a:solidFill>
              </a:rPr>
              <a:t> Newly added template row.</a:t>
            </a:r>
            <a:endParaRPr>
              <a:solidFill>
                <a:schemeClr val="dk1"/>
              </a:solidFill>
            </a:endParaRPr>
          </a:p>
          <a:p>
            <a:pPr marL="0" lvl="0" indent="0" algn="l" rtl="0">
              <a:spcBef>
                <a:spcPts val="1200"/>
              </a:spcBef>
              <a:spcAft>
                <a:spcPts val="0"/>
              </a:spcAft>
              <a:buNone/>
            </a:pPr>
            <a:endParaRPr/>
          </a:p>
        </p:txBody>
      </p:sp>
      <p:sp>
        <p:nvSpPr>
          <p:cNvPr id="132" name="Google Shape;13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IN" b="1">
                <a:solidFill>
                  <a:schemeClr val="dk1"/>
                </a:solidFill>
              </a:rPr>
              <a:t>Voiceover (~13 sec)</a:t>
            </a:r>
            <a:br>
              <a:rPr lang="en-IN" b="1">
                <a:solidFill>
                  <a:schemeClr val="dk1"/>
                </a:solidFill>
              </a:rPr>
            </a:br>
            <a:r>
              <a:rPr lang="en-IN">
                <a:solidFill>
                  <a:schemeClr val="dk1"/>
                </a:solidFill>
              </a:rPr>
              <a:t> “The user fills in the grievance form—including category, details, user information, and optional attachments—and submits the request.”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IN" b="1">
                <a:solidFill>
                  <a:schemeClr val="dk1"/>
                </a:solidFill>
              </a:rPr>
              <a:t>On-Screen Text:</a:t>
            </a:r>
            <a:br>
              <a:rPr lang="en-IN" b="1">
                <a:solidFill>
                  <a:schemeClr val="dk1"/>
                </a:solidFill>
              </a:rPr>
            </a:br>
            <a:r>
              <a:rPr lang="en-IN" b="1">
                <a:solidFill>
                  <a:schemeClr val="dk1"/>
                </a:solidFill>
              </a:rPr>
              <a:t>Title:</a:t>
            </a:r>
            <a:r>
              <a:rPr lang="en-IN">
                <a:solidFill>
                  <a:schemeClr val="dk1"/>
                </a:solidFill>
              </a:rPr>
              <a:t> Submit Grievance</a:t>
            </a:r>
            <a:br>
              <a:rPr lang="en-IN">
                <a:solidFill>
                  <a:schemeClr val="dk1"/>
                </a:solidFill>
              </a:rPr>
            </a:br>
            <a:r>
              <a:rPr lang="en-IN" b="1">
                <a:solidFill>
                  <a:schemeClr val="dk1"/>
                </a:solidFill>
              </a:rPr>
              <a:t>Subtitle:</a:t>
            </a:r>
            <a:r>
              <a:rPr lang="en-IN">
                <a:solidFill>
                  <a:schemeClr val="dk1"/>
                </a:solidFill>
              </a:rPr>
              <a:t> Enter Details &amp; Attach Files</a:t>
            </a:r>
            <a:br>
              <a:rPr lang="en-IN">
                <a:solidFill>
                  <a:schemeClr val="dk1"/>
                </a:solidFill>
              </a:rPr>
            </a:br>
            <a:r>
              <a:rPr lang="en-IN" b="1">
                <a:solidFill>
                  <a:schemeClr val="dk1"/>
                </a:solidFill>
              </a:rPr>
              <a:t>Key Text:</a:t>
            </a:r>
            <a:r>
              <a:rPr lang="en-IN">
                <a:solidFill>
                  <a:schemeClr val="dk1"/>
                </a:solidFill>
              </a:rPr>
              <a:t> DPDP-Aligned Grievance Recording</a:t>
            </a:r>
            <a:br>
              <a:rPr lang="en-IN">
                <a:solidFill>
                  <a:schemeClr val="dk1"/>
                </a:solidFill>
              </a:rPr>
            </a:br>
            <a:r>
              <a:rPr lang="en-IN" b="1">
                <a:solidFill>
                  <a:schemeClr val="dk1"/>
                </a:solidFill>
              </a:rPr>
              <a:t>CTA:</a:t>
            </a:r>
            <a:r>
              <a:rPr lang="en-IN">
                <a:solidFill>
                  <a:schemeClr val="dk1"/>
                </a:solidFill>
              </a:rPr>
              <a:t> View Submitted Request</a:t>
            </a:r>
            <a:br>
              <a:rPr lang="en-IN">
                <a:solidFill>
                  <a:schemeClr val="dk1"/>
                </a:solidFill>
              </a:rPr>
            </a:br>
            <a:r>
              <a:rPr lang="en-IN" b="1">
                <a:solidFill>
                  <a:schemeClr val="dk1"/>
                </a:solidFill>
              </a:rPr>
              <a:t>Highlight Elements:</a:t>
            </a:r>
            <a:r>
              <a:rPr lang="en-IN">
                <a:solidFill>
                  <a:schemeClr val="dk1"/>
                </a:solidFill>
              </a:rPr>
              <a:t> Form fields, submit button.</a:t>
            </a:r>
            <a:endParaRPr>
              <a:solidFill>
                <a:schemeClr val="dk1"/>
              </a:solidFill>
            </a:endParaRPr>
          </a:p>
          <a:p>
            <a:pPr marL="0" lvl="0" indent="0" algn="l" rtl="0">
              <a:spcBef>
                <a:spcPts val="1200"/>
              </a:spcBef>
              <a:spcAft>
                <a:spcPts val="0"/>
              </a:spcAft>
              <a:buNone/>
            </a:pPr>
            <a:endParaRPr/>
          </a:p>
        </p:txBody>
      </p:sp>
      <p:sp>
        <p:nvSpPr>
          <p:cNvPr id="142" name="Google Shape;142;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IN" b="1">
                <a:solidFill>
                  <a:schemeClr val="dk1"/>
                </a:solidFill>
              </a:rPr>
              <a:t>Voiceover (~10 sec)</a:t>
            </a:r>
            <a:br>
              <a:rPr lang="en-IN" b="1">
                <a:solidFill>
                  <a:schemeClr val="dk1"/>
                </a:solidFill>
              </a:rPr>
            </a:br>
            <a:r>
              <a:rPr lang="en-IN">
                <a:solidFill>
                  <a:schemeClr val="dk1"/>
                </a:solidFill>
              </a:rPr>
              <a:t> “After submission, the grievance instantly appears in the user’s Requests list with a status marked as NEW.”</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IN" b="1">
                <a:solidFill>
                  <a:schemeClr val="dk1"/>
                </a:solidFill>
              </a:rPr>
              <a:t>On-Screen Text:</a:t>
            </a:r>
            <a:br>
              <a:rPr lang="en-IN" b="1">
                <a:solidFill>
                  <a:schemeClr val="dk1"/>
                </a:solidFill>
              </a:rPr>
            </a:br>
            <a:r>
              <a:rPr lang="en-IN" b="1">
                <a:solidFill>
                  <a:schemeClr val="dk1"/>
                </a:solidFill>
              </a:rPr>
              <a:t>Title:</a:t>
            </a:r>
            <a:r>
              <a:rPr lang="en-IN">
                <a:solidFill>
                  <a:schemeClr val="dk1"/>
                </a:solidFill>
              </a:rPr>
              <a:t> Grievance Submitted</a:t>
            </a:r>
            <a:br>
              <a:rPr lang="en-IN">
                <a:solidFill>
                  <a:schemeClr val="dk1"/>
                </a:solidFill>
              </a:rPr>
            </a:br>
            <a:r>
              <a:rPr lang="en-IN" b="1">
                <a:solidFill>
                  <a:schemeClr val="dk1"/>
                </a:solidFill>
              </a:rPr>
              <a:t>Subtitle:</a:t>
            </a:r>
            <a:r>
              <a:rPr lang="en-IN">
                <a:solidFill>
                  <a:schemeClr val="dk1"/>
                </a:solidFill>
              </a:rPr>
              <a:t> Status: NEW</a:t>
            </a:r>
            <a:br>
              <a:rPr lang="en-IN">
                <a:solidFill>
                  <a:schemeClr val="dk1"/>
                </a:solidFill>
              </a:rPr>
            </a:br>
            <a:r>
              <a:rPr lang="en-IN" b="1">
                <a:solidFill>
                  <a:schemeClr val="dk1"/>
                </a:solidFill>
              </a:rPr>
              <a:t>Key Text:</a:t>
            </a:r>
            <a:r>
              <a:rPr lang="en-IN">
                <a:solidFill>
                  <a:schemeClr val="dk1"/>
                </a:solidFill>
              </a:rPr>
              <a:t> Real-Time Status Updates</a:t>
            </a:r>
            <a:br>
              <a:rPr lang="en-IN">
                <a:solidFill>
                  <a:schemeClr val="dk1"/>
                </a:solidFill>
              </a:rPr>
            </a:br>
            <a:r>
              <a:rPr lang="en-IN" b="1">
                <a:solidFill>
                  <a:schemeClr val="dk1"/>
                </a:solidFill>
              </a:rPr>
              <a:t>CTA:</a:t>
            </a:r>
            <a:r>
              <a:rPr lang="en-IN">
                <a:solidFill>
                  <a:schemeClr val="dk1"/>
                </a:solidFill>
              </a:rPr>
              <a:t> Switch to Fiduciary View</a:t>
            </a:r>
            <a:br>
              <a:rPr lang="en-IN">
                <a:solidFill>
                  <a:schemeClr val="dk1"/>
                </a:solidFill>
              </a:rPr>
            </a:br>
            <a:r>
              <a:rPr lang="en-IN" b="1">
                <a:solidFill>
                  <a:schemeClr val="dk1"/>
                </a:solidFill>
              </a:rPr>
              <a:t>Highlight Elements:</a:t>
            </a:r>
            <a:r>
              <a:rPr lang="en-IN">
                <a:solidFill>
                  <a:schemeClr val="dk1"/>
                </a:solidFill>
              </a:rPr>
              <a:t> NEW status badge.</a:t>
            </a:r>
            <a:endParaRPr>
              <a:solidFill>
                <a:schemeClr val="dk1"/>
              </a:solidFill>
            </a:endParaRPr>
          </a:p>
          <a:p>
            <a:pPr marL="0" lvl="0" indent="0" algn="l" rtl="0">
              <a:spcBef>
                <a:spcPts val="1200"/>
              </a:spcBef>
              <a:spcAft>
                <a:spcPts val="0"/>
              </a:spcAft>
              <a:buNone/>
            </a:pPr>
            <a:endParaRPr/>
          </a:p>
        </p:txBody>
      </p:sp>
      <p:sp>
        <p:nvSpPr>
          <p:cNvPr id="147" name="Google Shape;147;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IN" b="1">
                <a:solidFill>
                  <a:schemeClr val="dk1"/>
                </a:solidFill>
              </a:rPr>
              <a:t>Voiceover (~10 sec)</a:t>
            </a:r>
            <a:br>
              <a:rPr lang="en-IN" b="1">
                <a:solidFill>
                  <a:schemeClr val="dk1"/>
                </a:solidFill>
              </a:rPr>
            </a:br>
            <a:r>
              <a:rPr lang="en-IN">
                <a:solidFill>
                  <a:schemeClr val="dk1"/>
                </a:solidFill>
              </a:rPr>
              <a:t> “In the fiduciary portal, the business user views all submitted grievances along with category, timestamps, and pending SLA timelines.”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IN" b="1">
                <a:solidFill>
                  <a:schemeClr val="dk1"/>
                </a:solidFill>
              </a:rPr>
              <a:t>On-Screen Text:</a:t>
            </a:r>
            <a:br>
              <a:rPr lang="en-IN" b="1">
                <a:solidFill>
                  <a:schemeClr val="dk1"/>
                </a:solidFill>
              </a:rPr>
            </a:br>
            <a:r>
              <a:rPr lang="en-IN" b="1">
                <a:solidFill>
                  <a:schemeClr val="dk1"/>
                </a:solidFill>
              </a:rPr>
              <a:t>Title:</a:t>
            </a:r>
            <a:r>
              <a:rPr lang="en-IN">
                <a:solidFill>
                  <a:schemeClr val="dk1"/>
                </a:solidFill>
              </a:rPr>
              <a:t> Grievance Requests</a:t>
            </a:r>
            <a:br>
              <a:rPr lang="en-IN">
                <a:solidFill>
                  <a:schemeClr val="dk1"/>
                </a:solidFill>
              </a:rPr>
            </a:br>
            <a:r>
              <a:rPr lang="en-IN" b="1">
                <a:solidFill>
                  <a:schemeClr val="dk1"/>
                </a:solidFill>
              </a:rPr>
              <a:t>Subtitle:</a:t>
            </a:r>
            <a:r>
              <a:rPr lang="en-IN">
                <a:solidFill>
                  <a:schemeClr val="dk1"/>
                </a:solidFill>
              </a:rPr>
              <a:t> Dashboard for Fiduciary Review</a:t>
            </a:r>
            <a:br>
              <a:rPr lang="en-IN">
                <a:solidFill>
                  <a:schemeClr val="dk1"/>
                </a:solidFill>
              </a:rPr>
            </a:br>
            <a:r>
              <a:rPr lang="en-IN" b="1">
                <a:solidFill>
                  <a:schemeClr val="dk1"/>
                </a:solidFill>
              </a:rPr>
              <a:t>Key Text:</a:t>
            </a:r>
            <a:r>
              <a:rPr lang="en-IN">
                <a:solidFill>
                  <a:schemeClr val="dk1"/>
                </a:solidFill>
              </a:rPr>
              <a:t> Categorized • Timestamped • SLA-Tracked</a:t>
            </a:r>
            <a:br>
              <a:rPr lang="en-IN">
                <a:solidFill>
                  <a:schemeClr val="dk1"/>
                </a:solidFill>
              </a:rPr>
            </a:br>
            <a:r>
              <a:rPr lang="en-IN" b="1">
                <a:solidFill>
                  <a:schemeClr val="dk1"/>
                </a:solidFill>
              </a:rPr>
              <a:t>CTA:</a:t>
            </a:r>
            <a:r>
              <a:rPr lang="en-IN">
                <a:solidFill>
                  <a:schemeClr val="dk1"/>
                </a:solidFill>
              </a:rPr>
              <a:t> Open Submitted Grievance</a:t>
            </a:r>
            <a:br>
              <a:rPr lang="en-IN">
                <a:solidFill>
                  <a:schemeClr val="dk1"/>
                </a:solidFill>
              </a:rPr>
            </a:br>
            <a:r>
              <a:rPr lang="en-IN" b="1">
                <a:solidFill>
                  <a:schemeClr val="dk1"/>
                </a:solidFill>
              </a:rPr>
              <a:t>Highlight Elements:</a:t>
            </a:r>
            <a:r>
              <a:rPr lang="en-IN">
                <a:solidFill>
                  <a:schemeClr val="dk1"/>
                </a:solidFill>
              </a:rPr>
              <a:t> Requests list.</a:t>
            </a:r>
            <a:endParaRPr>
              <a:solidFill>
                <a:schemeClr val="dk1"/>
              </a:solidFill>
            </a:endParaRPr>
          </a:p>
          <a:p>
            <a:pPr marL="0" lvl="0" indent="0" algn="l" rtl="0">
              <a:spcBef>
                <a:spcPts val="1200"/>
              </a:spcBef>
              <a:spcAft>
                <a:spcPts val="0"/>
              </a:spcAft>
              <a:buNone/>
            </a:pPr>
            <a:endParaRPr/>
          </a:p>
        </p:txBody>
      </p:sp>
      <p:sp>
        <p:nvSpPr>
          <p:cNvPr id="152" name="Google Shape;152;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IN" b="1">
                <a:solidFill>
                  <a:schemeClr val="dk1"/>
                </a:solidFill>
              </a:rPr>
              <a:t>Voiceover (~10 sec)</a:t>
            </a:r>
            <a:br>
              <a:rPr lang="en-IN" b="1">
                <a:solidFill>
                  <a:schemeClr val="dk1"/>
                </a:solidFill>
              </a:rPr>
            </a:br>
            <a:r>
              <a:rPr lang="en-IN">
                <a:solidFill>
                  <a:schemeClr val="dk1"/>
                </a:solidFill>
              </a:rPr>
              <a:t> “After review, the fiduciary updates the grievance status to In Progress, indicating that investigation has begun.”</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IN" b="1">
                <a:solidFill>
                  <a:schemeClr val="dk1"/>
                </a:solidFill>
              </a:rPr>
              <a:t>On-Screen Text:</a:t>
            </a:r>
            <a:br>
              <a:rPr lang="en-IN" b="1">
                <a:solidFill>
                  <a:schemeClr val="dk1"/>
                </a:solidFill>
              </a:rPr>
            </a:br>
            <a:r>
              <a:rPr lang="en-IN" b="1">
                <a:solidFill>
                  <a:schemeClr val="dk1"/>
                </a:solidFill>
              </a:rPr>
              <a:t>Title:</a:t>
            </a:r>
            <a:r>
              <a:rPr lang="en-IN">
                <a:solidFill>
                  <a:schemeClr val="dk1"/>
                </a:solidFill>
              </a:rPr>
              <a:t> Update Status</a:t>
            </a:r>
            <a:br>
              <a:rPr lang="en-IN">
                <a:solidFill>
                  <a:schemeClr val="dk1"/>
                </a:solidFill>
              </a:rPr>
            </a:br>
            <a:r>
              <a:rPr lang="en-IN" b="1">
                <a:solidFill>
                  <a:schemeClr val="dk1"/>
                </a:solidFill>
              </a:rPr>
              <a:t>Subtitle:</a:t>
            </a:r>
            <a:r>
              <a:rPr lang="en-IN">
                <a:solidFill>
                  <a:schemeClr val="dk1"/>
                </a:solidFill>
              </a:rPr>
              <a:t> Mark as In Progress</a:t>
            </a:r>
            <a:br>
              <a:rPr lang="en-IN">
                <a:solidFill>
                  <a:schemeClr val="dk1"/>
                </a:solidFill>
              </a:rPr>
            </a:br>
            <a:r>
              <a:rPr lang="en-IN" b="1">
                <a:solidFill>
                  <a:schemeClr val="dk1"/>
                </a:solidFill>
              </a:rPr>
              <a:t>Key Text:</a:t>
            </a:r>
            <a:r>
              <a:rPr lang="en-IN">
                <a:solidFill>
                  <a:schemeClr val="dk1"/>
                </a:solidFill>
              </a:rPr>
              <a:t> Status Updated Successfully</a:t>
            </a:r>
            <a:br>
              <a:rPr lang="en-IN">
                <a:solidFill>
                  <a:schemeClr val="dk1"/>
                </a:solidFill>
              </a:rPr>
            </a:br>
            <a:r>
              <a:rPr lang="en-IN" b="1">
                <a:solidFill>
                  <a:schemeClr val="dk1"/>
                </a:solidFill>
              </a:rPr>
              <a:t>CTA:</a:t>
            </a:r>
            <a:r>
              <a:rPr lang="en-IN">
                <a:solidFill>
                  <a:schemeClr val="dk1"/>
                </a:solidFill>
              </a:rPr>
              <a:t> View User Dashboard Update</a:t>
            </a:r>
            <a:br>
              <a:rPr lang="en-IN">
                <a:solidFill>
                  <a:schemeClr val="dk1"/>
                </a:solidFill>
              </a:rPr>
            </a:br>
            <a:r>
              <a:rPr lang="en-IN" b="1">
                <a:solidFill>
                  <a:schemeClr val="dk1"/>
                </a:solidFill>
              </a:rPr>
              <a:t>Highlight Elements:</a:t>
            </a:r>
            <a:r>
              <a:rPr lang="en-IN">
                <a:solidFill>
                  <a:schemeClr val="dk1"/>
                </a:solidFill>
              </a:rPr>
              <a:t> Status dropdown.</a:t>
            </a:r>
            <a:endParaRPr>
              <a:solidFill>
                <a:schemeClr val="dk1"/>
              </a:solidFill>
            </a:endParaRPr>
          </a:p>
          <a:p>
            <a:pPr marL="0" lvl="0" indent="0" algn="l" rtl="0">
              <a:spcBef>
                <a:spcPts val="1200"/>
              </a:spcBef>
              <a:spcAft>
                <a:spcPts val="0"/>
              </a:spcAft>
              <a:buNone/>
            </a:pPr>
            <a:endParaRPr/>
          </a:p>
        </p:txBody>
      </p:sp>
      <p:sp>
        <p:nvSpPr>
          <p:cNvPr id="162" name="Google Shape;162;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Voiceover (8–10 sec):</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"The business user starts by creating an account, entering their company details, PAN, and contact information. This begins the secure onboarding process for accessing the Consent Management System."</a:t>
            </a: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On-Screen Text:</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Title:</a:t>
            </a:r>
            <a:r>
              <a:rPr lang="en">
                <a:solidFill>
                  <a:schemeClr val="dk1"/>
                </a:solidFill>
              </a:rPr>
              <a:t> Create an Account</a:t>
            </a:r>
            <a:br>
              <a:rPr lang="en">
                <a:solidFill>
                  <a:schemeClr val="dk1"/>
                </a:solidFill>
              </a:rPr>
            </a:br>
            <a:r>
              <a:rPr lang="en" b="1">
                <a:solidFill>
                  <a:schemeClr val="dk1"/>
                </a:solidFill>
              </a:rPr>
              <a:t>Subtitle:</a:t>
            </a:r>
            <a:r>
              <a:rPr lang="en">
                <a:solidFill>
                  <a:schemeClr val="dk1"/>
                </a:solidFill>
              </a:rPr>
              <a:t> Register your organization to access Consent Management.</a:t>
            </a:r>
            <a:br>
              <a:rPr lang="en">
                <a:solidFill>
                  <a:schemeClr val="dk1"/>
                </a:solidFill>
              </a:rPr>
            </a:br>
            <a:r>
              <a:rPr lang="en" b="1">
                <a:solidFill>
                  <a:schemeClr val="dk1"/>
                </a:solidFill>
              </a:rPr>
              <a:t>Key On-Screen Text:</a:t>
            </a:r>
            <a:r>
              <a:rPr lang="en">
                <a:solidFill>
                  <a:schemeClr val="dk1"/>
                </a:solidFill>
              </a:rPr>
              <a:t> Required details ensure authenticity and compliance.</a:t>
            </a:r>
            <a:br>
              <a:rPr lang="en">
                <a:solidFill>
                  <a:schemeClr val="dk1"/>
                </a:solidFill>
              </a:rPr>
            </a:br>
            <a:r>
              <a:rPr lang="en" b="1">
                <a:solidFill>
                  <a:schemeClr val="dk1"/>
                </a:solidFill>
              </a:rPr>
              <a:t>CTA:</a:t>
            </a:r>
            <a:r>
              <a:rPr lang="en">
                <a:solidFill>
                  <a:schemeClr val="dk1"/>
                </a:solidFill>
              </a:rPr>
              <a:t> Click </a:t>
            </a:r>
            <a:r>
              <a:rPr lang="en" b="1">
                <a:solidFill>
                  <a:schemeClr val="dk1"/>
                </a:solidFill>
              </a:rPr>
              <a:t>Continue</a:t>
            </a:r>
            <a:endParaRPr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Highlight Elements:</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Company Name</a:t>
            </a:r>
            <a:br>
              <a:rPr lang="en">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PAN</a:t>
            </a:r>
            <a:br>
              <a:rPr lang="en">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Email/Mobile</a:t>
            </a:r>
            <a:br>
              <a:rPr lang="en">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Continue button</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a565ef73e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a565ef73e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Voiceover (9–11 sec):</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"A verification OTP is sent to the business user's registered contact. They enter the six-digit code to confirm their identity. If the OTP expires or is not received, the user can request a new one using Resend OTP."</a:t>
            </a: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On-Screen Text:</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Title:</a:t>
            </a:r>
            <a:r>
              <a:rPr lang="en">
                <a:solidFill>
                  <a:schemeClr val="dk1"/>
                </a:solidFill>
              </a:rPr>
              <a:t> OTP Verification</a:t>
            </a:r>
            <a:br>
              <a:rPr lang="en">
                <a:solidFill>
                  <a:schemeClr val="dk1"/>
                </a:solidFill>
              </a:rPr>
            </a:br>
            <a:r>
              <a:rPr lang="en" b="1">
                <a:solidFill>
                  <a:schemeClr val="dk1"/>
                </a:solidFill>
              </a:rPr>
              <a:t>Subtitle:</a:t>
            </a:r>
            <a:r>
              <a:rPr lang="en">
                <a:solidFill>
                  <a:schemeClr val="dk1"/>
                </a:solidFill>
              </a:rPr>
              <a:t> Verify your identity to complete account creation.</a:t>
            </a:r>
            <a:br>
              <a:rPr lang="en">
                <a:solidFill>
                  <a:schemeClr val="dk1"/>
                </a:solidFill>
              </a:rPr>
            </a:br>
            <a:r>
              <a:rPr lang="en" b="1">
                <a:solidFill>
                  <a:schemeClr val="dk1"/>
                </a:solidFill>
              </a:rPr>
              <a:t>Key On-Screen Text:</a:t>
            </a:r>
            <a:r>
              <a:rPr lang="en">
                <a:solidFill>
                  <a:schemeClr val="dk1"/>
                </a:solidFill>
              </a:rPr>
              <a:t> Use </a:t>
            </a:r>
            <a:r>
              <a:rPr lang="en" b="1">
                <a:solidFill>
                  <a:schemeClr val="dk1"/>
                </a:solidFill>
              </a:rPr>
              <a:t>Resend OTP</a:t>
            </a:r>
            <a:r>
              <a:rPr lang="en">
                <a:solidFill>
                  <a:schemeClr val="dk1"/>
                </a:solidFill>
              </a:rPr>
              <a:t> if the code expires or isn’t delivered.</a:t>
            </a:r>
            <a:br>
              <a:rPr lang="en">
                <a:solidFill>
                  <a:schemeClr val="dk1"/>
                </a:solidFill>
              </a:rPr>
            </a:br>
            <a:r>
              <a:rPr lang="en" b="1">
                <a:solidFill>
                  <a:schemeClr val="dk1"/>
                </a:solidFill>
              </a:rPr>
              <a:t>CTA:</a:t>
            </a:r>
            <a:r>
              <a:rPr lang="en">
                <a:solidFill>
                  <a:schemeClr val="dk1"/>
                </a:solidFill>
              </a:rPr>
              <a:t> Click </a:t>
            </a:r>
            <a:r>
              <a:rPr lang="en" b="1">
                <a:solidFill>
                  <a:schemeClr val="dk1"/>
                </a:solidFill>
              </a:rPr>
              <a:t>Verify</a:t>
            </a:r>
            <a:endParaRPr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Highlight Elements:</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OTP input</a:t>
            </a:r>
            <a:br>
              <a:rPr lang="en">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Resend OTP</a:t>
            </a:r>
            <a:br>
              <a:rPr lang="en">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Verify button</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a565ef73ed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a565ef73ed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Voiceover (8–10 sec):</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"Once OTP verification is successful, the business user is redirected to the home dashboard, where system configuration and business group setup can begin."</a:t>
            </a: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On-Screen Text:</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Title:</a:t>
            </a:r>
            <a:r>
              <a:rPr lang="en">
                <a:solidFill>
                  <a:schemeClr val="dk1"/>
                </a:solidFill>
              </a:rPr>
              <a:t> Signup Successful</a:t>
            </a:r>
            <a:br>
              <a:rPr lang="en">
                <a:solidFill>
                  <a:schemeClr val="dk1"/>
                </a:solidFill>
              </a:rPr>
            </a:br>
            <a:r>
              <a:rPr lang="en" b="1">
                <a:solidFill>
                  <a:schemeClr val="dk1"/>
                </a:solidFill>
              </a:rPr>
              <a:t>Subtitle:</a:t>
            </a:r>
            <a:r>
              <a:rPr lang="en">
                <a:solidFill>
                  <a:schemeClr val="dk1"/>
                </a:solidFill>
              </a:rPr>
              <a:t> Welcome to the Consent Management Dashboard.</a:t>
            </a:r>
            <a:br>
              <a:rPr lang="en">
                <a:solidFill>
                  <a:schemeClr val="dk1"/>
                </a:solidFill>
              </a:rPr>
            </a:br>
            <a:r>
              <a:rPr lang="en" b="1">
                <a:solidFill>
                  <a:schemeClr val="dk1"/>
                </a:solidFill>
              </a:rPr>
              <a:t>Key On-Screen Text:</a:t>
            </a:r>
            <a:r>
              <a:rPr lang="en">
                <a:solidFill>
                  <a:schemeClr val="dk1"/>
                </a:solidFill>
              </a:rPr>
              <a:t> Configure your setup or create a business group to get started.</a:t>
            </a:r>
            <a:br>
              <a:rPr lang="en">
                <a:solidFill>
                  <a:schemeClr val="dk1"/>
                </a:solidFill>
              </a:rPr>
            </a:br>
            <a:r>
              <a:rPr lang="en" b="1">
                <a:solidFill>
                  <a:schemeClr val="dk1"/>
                </a:solidFill>
              </a:rPr>
              <a:t>CTA:</a:t>
            </a:r>
            <a:r>
              <a:rPr lang="en">
                <a:solidFill>
                  <a:schemeClr val="dk1"/>
                </a:solidFill>
              </a:rPr>
              <a:t> Click </a:t>
            </a:r>
            <a:r>
              <a:rPr lang="en" b="1">
                <a:solidFill>
                  <a:schemeClr val="dk1"/>
                </a:solidFill>
              </a:rPr>
              <a:t>Configure System</a:t>
            </a:r>
            <a:r>
              <a:rPr lang="en">
                <a:solidFill>
                  <a:schemeClr val="dk1"/>
                </a:solidFill>
              </a:rPr>
              <a:t> or </a:t>
            </a:r>
            <a:r>
              <a:rPr lang="en" b="1">
                <a:solidFill>
                  <a:schemeClr val="dk1"/>
                </a:solidFill>
              </a:rPr>
              <a:t>Create Business Group</a:t>
            </a:r>
            <a:endParaRPr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Highlight Elements:</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Configure System button</a:t>
            </a:r>
            <a:br>
              <a:rPr lang="en">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Create Business Group button</a:t>
            </a:r>
            <a:br>
              <a:rPr lang="en">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Start Tour button (optional highlight)</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a565ef73ed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a565ef73ed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Voiceover (8–9 sec):</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"For returning business users, logging in is simple. They enter their company PAN or Client ID and their registered email or mobile number to begin authentication."</a:t>
            </a: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On-Screen Text:</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Title:</a:t>
            </a:r>
            <a:r>
              <a:rPr lang="en">
                <a:solidFill>
                  <a:schemeClr val="dk1"/>
                </a:solidFill>
              </a:rPr>
              <a:t> Log In</a:t>
            </a:r>
            <a:br>
              <a:rPr lang="en">
                <a:solidFill>
                  <a:schemeClr val="dk1"/>
                </a:solidFill>
              </a:rPr>
            </a:br>
            <a:r>
              <a:rPr lang="en" b="1">
                <a:solidFill>
                  <a:schemeClr val="dk1"/>
                </a:solidFill>
              </a:rPr>
              <a:t>Subtitle:</a:t>
            </a:r>
            <a:r>
              <a:rPr lang="en">
                <a:solidFill>
                  <a:schemeClr val="dk1"/>
                </a:solidFill>
              </a:rPr>
              <a:t> Secure access for returning business users.</a:t>
            </a:r>
            <a:br>
              <a:rPr lang="en">
                <a:solidFill>
                  <a:schemeClr val="dk1"/>
                </a:solidFill>
              </a:rPr>
            </a:br>
            <a:r>
              <a:rPr lang="en" b="1">
                <a:solidFill>
                  <a:schemeClr val="dk1"/>
                </a:solidFill>
              </a:rPr>
              <a:t>Key On-Screen Text:</a:t>
            </a:r>
            <a:r>
              <a:rPr lang="en">
                <a:solidFill>
                  <a:schemeClr val="dk1"/>
                </a:solidFill>
              </a:rPr>
              <a:t> Identity validation starts with PAN or Client ID.</a:t>
            </a:r>
            <a:br>
              <a:rPr lang="en">
                <a:solidFill>
                  <a:schemeClr val="dk1"/>
                </a:solidFill>
              </a:rPr>
            </a:br>
            <a:r>
              <a:rPr lang="en" b="1">
                <a:solidFill>
                  <a:schemeClr val="dk1"/>
                </a:solidFill>
              </a:rPr>
              <a:t>CTA:</a:t>
            </a:r>
            <a:r>
              <a:rPr lang="en">
                <a:solidFill>
                  <a:schemeClr val="dk1"/>
                </a:solidFill>
              </a:rPr>
              <a:t> Click </a:t>
            </a:r>
            <a:r>
              <a:rPr lang="en" b="1">
                <a:solidFill>
                  <a:schemeClr val="dk1"/>
                </a:solidFill>
              </a:rPr>
              <a:t>Continue</a:t>
            </a:r>
            <a:endParaRPr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Highlight Elements:</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PAN / Client ID field</a:t>
            </a:r>
            <a:br>
              <a:rPr lang="en">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Email/Mobile field</a:t>
            </a:r>
            <a:br>
              <a:rPr lang="en">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Continue button</a:t>
            </a:r>
            <a:endParaRPr>
              <a:solidFill>
                <a:schemeClr val="dk1"/>
              </a:solidFill>
            </a:endParaRPr>
          </a:p>
          <a:p>
            <a:pPr marL="0" lvl="0" indent="0" algn="l" rtl="0">
              <a:lnSpc>
                <a:spcPct val="115000"/>
              </a:lnSpc>
              <a:spcBef>
                <a:spcPts val="1200"/>
              </a:spcBef>
              <a:spcAft>
                <a:spcPts val="120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a565ef73ed_0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a565ef73ed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Voiceover (8–10 sec):</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"A six-digit OTP is sent to the business user's registered contact to authenticate their login. This password-less approach ensures both simplicity and security."</a:t>
            </a: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On-Screen Text:</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Title:</a:t>
            </a:r>
            <a:r>
              <a:rPr lang="en">
                <a:solidFill>
                  <a:schemeClr val="dk1"/>
                </a:solidFill>
              </a:rPr>
              <a:t> OTP Verification</a:t>
            </a:r>
            <a:br>
              <a:rPr lang="en">
                <a:solidFill>
                  <a:schemeClr val="dk1"/>
                </a:solidFill>
              </a:rPr>
            </a:br>
            <a:r>
              <a:rPr lang="en" b="1">
                <a:solidFill>
                  <a:schemeClr val="dk1"/>
                </a:solidFill>
              </a:rPr>
              <a:t>Subtitle:</a:t>
            </a:r>
            <a:r>
              <a:rPr lang="en">
                <a:solidFill>
                  <a:schemeClr val="dk1"/>
                </a:solidFill>
              </a:rPr>
              <a:t> Enter the OTP to authenticate your login.</a:t>
            </a:r>
            <a:br>
              <a:rPr lang="en">
                <a:solidFill>
                  <a:schemeClr val="dk1"/>
                </a:solidFill>
              </a:rPr>
            </a:br>
            <a:r>
              <a:rPr lang="en" b="1">
                <a:solidFill>
                  <a:schemeClr val="dk1"/>
                </a:solidFill>
              </a:rPr>
              <a:t>Key On-Screen Text:</a:t>
            </a:r>
            <a:r>
              <a:rPr lang="en">
                <a:solidFill>
                  <a:schemeClr val="dk1"/>
                </a:solidFill>
              </a:rPr>
              <a:t> Secure password-less authentication.</a:t>
            </a:r>
            <a:br>
              <a:rPr lang="en">
                <a:solidFill>
                  <a:schemeClr val="dk1"/>
                </a:solidFill>
              </a:rPr>
            </a:br>
            <a:r>
              <a:rPr lang="en" b="1">
                <a:solidFill>
                  <a:schemeClr val="dk1"/>
                </a:solidFill>
              </a:rPr>
              <a:t>CTA:</a:t>
            </a:r>
            <a:r>
              <a:rPr lang="en">
                <a:solidFill>
                  <a:schemeClr val="dk1"/>
                </a:solidFill>
              </a:rPr>
              <a:t> Click </a:t>
            </a:r>
            <a:r>
              <a:rPr lang="en" b="1">
                <a:solidFill>
                  <a:schemeClr val="dk1"/>
                </a:solidFill>
              </a:rPr>
              <a:t>Verify</a:t>
            </a:r>
            <a:endParaRPr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Highlight Elements:</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OTP field</a:t>
            </a:r>
            <a:br>
              <a:rPr lang="en">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Resend OTP</a:t>
            </a:r>
            <a:br>
              <a:rPr lang="en">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Verify button</a:t>
            </a:r>
            <a:br>
              <a:rPr lang="en">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Success toast (optional)</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a565ef73ed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a565ef73ed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Voiceover (10–12 sec):</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"The system may require multi-factor authentication for enhanced protection. The user enters the six-digit code generated by their authenticator app to complete verification."</a:t>
            </a: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On-Screen Text:</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Title:</a:t>
            </a:r>
            <a:r>
              <a:rPr lang="en">
                <a:solidFill>
                  <a:schemeClr val="dk1"/>
                </a:solidFill>
              </a:rPr>
              <a:t> Multi-Factor Authentication</a:t>
            </a:r>
            <a:br>
              <a:rPr lang="en">
                <a:solidFill>
                  <a:schemeClr val="dk1"/>
                </a:solidFill>
              </a:rPr>
            </a:br>
            <a:r>
              <a:rPr lang="en" b="1">
                <a:solidFill>
                  <a:schemeClr val="dk1"/>
                </a:solidFill>
              </a:rPr>
              <a:t>Subtitle:</a:t>
            </a:r>
            <a:r>
              <a:rPr lang="en">
                <a:solidFill>
                  <a:schemeClr val="dk1"/>
                </a:solidFill>
              </a:rPr>
              <a:t> Enter the authenticator code to secure your session.</a:t>
            </a:r>
            <a:br>
              <a:rPr lang="en">
                <a:solidFill>
                  <a:schemeClr val="dk1"/>
                </a:solidFill>
              </a:rPr>
            </a:br>
            <a:r>
              <a:rPr lang="en" b="1">
                <a:solidFill>
                  <a:schemeClr val="dk1"/>
                </a:solidFill>
              </a:rPr>
              <a:t>Key On-Screen Text:</a:t>
            </a:r>
            <a:r>
              <a:rPr lang="en">
                <a:solidFill>
                  <a:schemeClr val="dk1"/>
                </a:solidFill>
              </a:rPr>
              <a:t> MFA adds an additional compliance-focused security layer.</a:t>
            </a:r>
            <a:br>
              <a:rPr lang="en">
                <a:solidFill>
                  <a:schemeClr val="dk1"/>
                </a:solidFill>
              </a:rPr>
            </a:br>
            <a:r>
              <a:rPr lang="en" b="1">
                <a:solidFill>
                  <a:schemeClr val="dk1"/>
                </a:solidFill>
              </a:rPr>
              <a:t>CTA:</a:t>
            </a:r>
            <a:r>
              <a:rPr lang="en">
                <a:solidFill>
                  <a:schemeClr val="dk1"/>
                </a:solidFill>
              </a:rPr>
              <a:t> Click </a:t>
            </a:r>
            <a:r>
              <a:rPr lang="en" b="1">
                <a:solidFill>
                  <a:schemeClr val="dk1"/>
                </a:solidFill>
              </a:rPr>
              <a:t>Verify</a:t>
            </a:r>
            <a:endParaRPr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Highlight Elements:</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Authenticator code field</a:t>
            </a:r>
            <a:br>
              <a:rPr lang="en">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Verify button</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a565ef73ed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a565ef73ed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Voiceover (7–9 sec):</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"After completing verification, the business user lands on the dashboard, ready to begin configuration, consent setup, or system operations."</a:t>
            </a: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On-Screen Text:</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Title:</a:t>
            </a:r>
            <a:r>
              <a:rPr lang="en">
                <a:solidFill>
                  <a:schemeClr val="dk1"/>
                </a:solidFill>
              </a:rPr>
              <a:t> Login Successful</a:t>
            </a:r>
            <a:br>
              <a:rPr lang="en">
                <a:solidFill>
                  <a:schemeClr val="dk1"/>
                </a:solidFill>
              </a:rPr>
            </a:br>
            <a:r>
              <a:rPr lang="en" b="1">
                <a:solidFill>
                  <a:schemeClr val="dk1"/>
                </a:solidFill>
              </a:rPr>
              <a:t>Subtitle:</a:t>
            </a:r>
            <a:r>
              <a:rPr lang="en">
                <a:solidFill>
                  <a:schemeClr val="dk1"/>
                </a:solidFill>
              </a:rPr>
              <a:t> You're now securely logged in.</a:t>
            </a:r>
            <a:br>
              <a:rPr lang="en">
                <a:solidFill>
                  <a:schemeClr val="dk1"/>
                </a:solidFill>
              </a:rPr>
            </a:br>
            <a:r>
              <a:rPr lang="en" b="1">
                <a:solidFill>
                  <a:schemeClr val="dk1"/>
                </a:solidFill>
              </a:rPr>
              <a:t>Key On-Screen Text:</a:t>
            </a:r>
            <a:r>
              <a:rPr lang="en">
                <a:solidFill>
                  <a:schemeClr val="dk1"/>
                </a:solidFill>
              </a:rPr>
              <a:t> Real-time access to all system modules.</a:t>
            </a:r>
            <a:br>
              <a:rPr lang="en">
                <a:solidFill>
                  <a:schemeClr val="dk1"/>
                </a:solidFill>
              </a:rPr>
            </a:br>
            <a:r>
              <a:rPr lang="en" b="1">
                <a:solidFill>
                  <a:schemeClr val="dk1"/>
                </a:solidFill>
              </a:rPr>
              <a:t>CTA:</a:t>
            </a:r>
            <a:r>
              <a:rPr lang="en">
                <a:solidFill>
                  <a:schemeClr val="dk1"/>
                </a:solidFill>
              </a:rPr>
              <a:t> Click </a:t>
            </a:r>
            <a:r>
              <a:rPr lang="en" b="1">
                <a:solidFill>
                  <a:schemeClr val="dk1"/>
                </a:solidFill>
              </a:rPr>
              <a:t>Start Tour</a:t>
            </a:r>
            <a:r>
              <a:rPr lang="en">
                <a:solidFill>
                  <a:schemeClr val="dk1"/>
                </a:solidFill>
              </a:rPr>
              <a:t> or select a module</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Highlight Elements:</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Left navigation</a:t>
            </a:r>
            <a:br>
              <a:rPr lang="en">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Configure System</a:t>
            </a:r>
            <a:br>
              <a:rPr lang="en">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Create Business Group</a:t>
            </a:r>
            <a:br>
              <a:rPr lang="en">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Profile icon</a:t>
            </a:r>
            <a:endParaRPr>
              <a:solidFill>
                <a:schemeClr val="dk1"/>
              </a:solidFill>
            </a:endParaRPr>
          </a:p>
          <a:p>
            <a:pPr marL="0" lvl="0" indent="0" algn="l" rtl="0">
              <a:spcBef>
                <a:spcPts val="1200"/>
              </a:spcBef>
              <a:spcAft>
                <a:spcPts val="0"/>
              </a:spcAft>
              <a:buNone/>
            </a:pP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9a07402fa2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9a07402fa2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Voiceover (9–11 sec):</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"The newly added business group now appears in the list, ready to be associated with roles and users."</a:t>
            </a: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On-Screen Text:</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Title:</a:t>
            </a:r>
            <a:r>
              <a:rPr lang="en">
                <a:solidFill>
                  <a:schemeClr val="dk1"/>
                </a:solidFill>
              </a:rPr>
              <a:t> Group Added</a:t>
            </a:r>
            <a:br>
              <a:rPr lang="en">
                <a:solidFill>
                  <a:schemeClr val="dk1"/>
                </a:solidFill>
              </a:rPr>
            </a:br>
            <a:r>
              <a:rPr lang="en" b="1">
                <a:solidFill>
                  <a:schemeClr val="dk1"/>
                </a:solidFill>
              </a:rPr>
              <a:t>Subtitle:</a:t>
            </a:r>
            <a:r>
              <a:rPr lang="en">
                <a:solidFill>
                  <a:schemeClr val="dk1"/>
                </a:solidFill>
              </a:rPr>
              <a:t> Business unit successfully created</a:t>
            </a:r>
            <a:br>
              <a:rPr lang="en">
                <a:solidFill>
                  <a:schemeClr val="dk1"/>
                </a:solidFill>
              </a:rPr>
            </a:br>
            <a:r>
              <a:rPr lang="en" b="1">
                <a:solidFill>
                  <a:schemeClr val="dk1"/>
                </a:solidFill>
              </a:rPr>
              <a:t>Key Text:</a:t>
            </a:r>
            <a:r>
              <a:rPr lang="en">
                <a:solidFill>
                  <a:schemeClr val="dk1"/>
                </a:solidFill>
              </a:rPr>
              <a:t> Visible in organisation structure</a:t>
            </a:r>
            <a:br>
              <a:rPr lang="en">
                <a:solidFill>
                  <a:schemeClr val="dk1"/>
                </a:solidFill>
              </a:rPr>
            </a:br>
            <a:r>
              <a:rPr lang="en" b="1">
                <a:solidFill>
                  <a:schemeClr val="dk1"/>
                </a:solidFill>
              </a:rPr>
              <a:t>CTA:</a:t>
            </a:r>
            <a:r>
              <a:rPr lang="en">
                <a:solidFill>
                  <a:schemeClr val="dk1"/>
                </a:solidFill>
              </a:rPr>
              <a:t> Continue to Roles</a:t>
            </a:r>
            <a:br>
              <a:rPr lang="en">
                <a:solidFill>
                  <a:schemeClr val="dk1"/>
                </a:solidFill>
              </a:rPr>
            </a:br>
            <a:r>
              <a:rPr lang="en" b="1">
                <a:solidFill>
                  <a:schemeClr val="dk1"/>
                </a:solidFill>
              </a:rPr>
              <a:t>Highlight:</a:t>
            </a:r>
            <a:r>
              <a:rPr lang="en">
                <a:solidFill>
                  <a:schemeClr val="dk1"/>
                </a:solidFill>
              </a:rPr>
              <a:t> Newly added row</a:t>
            </a:r>
            <a:endParaRPr>
              <a:solidFill>
                <a:schemeClr val="dk1"/>
              </a:solidFill>
            </a:endParaRPr>
          </a:p>
          <a:p>
            <a:pPr marL="0" lvl="0" indent="0" algn="l" rtl="0">
              <a:spcBef>
                <a:spcPts val="1200"/>
              </a:spcBef>
              <a:spcAft>
                <a:spcPts val="0"/>
              </a:spcAft>
              <a:buNone/>
            </a:pPr>
            <a:endParaRPr sz="1300" b="1">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9a07402fa2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9a07402fa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Voiceover (10–12 sec):</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"In the Roles section, Data Fiduciaries define access bundles. Each role specifies which modules, features, and administrative actions users are authorised to perform."</a:t>
            </a: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On-Screen Text:</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Title:</a:t>
            </a:r>
            <a:r>
              <a:rPr lang="en">
                <a:solidFill>
                  <a:schemeClr val="dk1"/>
                </a:solidFill>
              </a:rPr>
              <a:t> Roles</a:t>
            </a:r>
            <a:br>
              <a:rPr lang="en">
                <a:solidFill>
                  <a:schemeClr val="dk1"/>
                </a:solidFill>
              </a:rPr>
            </a:br>
            <a:r>
              <a:rPr lang="en" b="1">
                <a:solidFill>
                  <a:schemeClr val="dk1"/>
                </a:solidFill>
              </a:rPr>
              <a:t>Subtitle:</a:t>
            </a:r>
            <a:r>
              <a:rPr lang="en">
                <a:solidFill>
                  <a:schemeClr val="dk1"/>
                </a:solidFill>
              </a:rPr>
              <a:t> Define permission sets</a:t>
            </a:r>
            <a:br>
              <a:rPr lang="en">
                <a:solidFill>
                  <a:schemeClr val="dk1"/>
                </a:solidFill>
              </a:rPr>
            </a:br>
            <a:r>
              <a:rPr lang="en" b="1">
                <a:solidFill>
                  <a:schemeClr val="dk1"/>
                </a:solidFill>
              </a:rPr>
              <a:t>Key Text:</a:t>
            </a:r>
            <a:r>
              <a:rPr lang="en">
                <a:solidFill>
                  <a:schemeClr val="dk1"/>
                </a:solidFill>
              </a:rPr>
              <a:t> Control system access at granular levels</a:t>
            </a:r>
            <a:br>
              <a:rPr lang="en">
                <a:solidFill>
                  <a:schemeClr val="dk1"/>
                </a:solidFill>
              </a:rPr>
            </a:br>
            <a:r>
              <a:rPr lang="en" b="1">
                <a:solidFill>
                  <a:schemeClr val="dk1"/>
                </a:solidFill>
              </a:rPr>
              <a:t>CTA:</a:t>
            </a:r>
            <a:r>
              <a:rPr lang="en">
                <a:solidFill>
                  <a:schemeClr val="dk1"/>
                </a:solidFill>
              </a:rPr>
              <a:t> Click </a:t>
            </a:r>
            <a:r>
              <a:rPr lang="en" b="1">
                <a:solidFill>
                  <a:schemeClr val="dk1"/>
                </a:solidFill>
              </a:rPr>
              <a:t>Add Role</a:t>
            </a:r>
            <a:br>
              <a:rPr lang="en" b="1">
                <a:solidFill>
                  <a:schemeClr val="dk1"/>
                </a:solidFill>
              </a:rPr>
            </a:br>
            <a:r>
              <a:rPr lang="en" b="1">
                <a:solidFill>
                  <a:schemeClr val="dk1"/>
                </a:solidFill>
              </a:rPr>
              <a:t>Highlight:</a:t>
            </a:r>
            <a:r>
              <a:rPr lang="en">
                <a:solidFill>
                  <a:schemeClr val="dk1"/>
                </a:solidFill>
              </a:rPr>
              <a:t> Add Role button</a:t>
            </a:r>
            <a:endParaRPr>
              <a:solidFill>
                <a:schemeClr val="dk1"/>
              </a:solidFill>
            </a:endParaRPr>
          </a:p>
          <a:p>
            <a:pPr marL="0" lvl="0" indent="0" algn="l" rtl="0">
              <a:spcBef>
                <a:spcPts val="1200"/>
              </a:spcBef>
              <a:spcAft>
                <a:spcPts val="0"/>
              </a:spcAft>
              <a:buNone/>
            </a:pPr>
            <a:endParaRPr sz="1300" b="1">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9a07402fa2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9a07402fa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Voiceover (12–14 sec):</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"To create a new role, enter the role name, add a description, and select the modules and actions that should be accessible. RBAC ensures each user only sees the functions relevant to their responsibility."</a:t>
            </a: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On-Screen Text:</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Title:</a:t>
            </a:r>
            <a:r>
              <a:rPr lang="en">
                <a:solidFill>
                  <a:schemeClr val="dk1"/>
                </a:solidFill>
              </a:rPr>
              <a:t> Create Role</a:t>
            </a:r>
            <a:br>
              <a:rPr lang="en">
                <a:solidFill>
                  <a:schemeClr val="dk1"/>
                </a:solidFill>
              </a:rPr>
            </a:br>
            <a:r>
              <a:rPr lang="en" b="1">
                <a:solidFill>
                  <a:schemeClr val="dk1"/>
                </a:solidFill>
              </a:rPr>
              <a:t>Subtitle:</a:t>
            </a:r>
            <a:r>
              <a:rPr lang="en">
                <a:solidFill>
                  <a:schemeClr val="dk1"/>
                </a:solidFill>
              </a:rPr>
              <a:t> Configure module-level permissions</a:t>
            </a:r>
            <a:br>
              <a:rPr lang="en">
                <a:solidFill>
                  <a:schemeClr val="dk1"/>
                </a:solidFill>
              </a:rPr>
            </a:br>
            <a:r>
              <a:rPr lang="en" b="1">
                <a:solidFill>
                  <a:schemeClr val="dk1"/>
                </a:solidFill>
              </a:rPr>
              <a:t>Key Text:</a:t>
            </a:r>
            <a:r>
              <a:rPr lang="en">
                <a:solidFill>
                  <a:schemeClr val="dk1"/>
                </a:solidFill>
              </a:rPr>
              <a:t> Assign only required access</a:t>
            </a:r>
            <a:br>
              <a:rPr lang="en">
                <a:solidFill>
                  <a:schemeClr val="dk1"/>
                </a:solidFill>
              </a:rPr>
            </a:br>
            <a:r>
              <a:rPr lang="en" b="1">
                <a:solidFill>
                  <a:schemeClr val="dk1"/>
                </a:solidFill>
              </a:rPr>
              <a:t>CTA:</a:t>
            </a:r>
            <a:r>
              <a:rPr lang="en">
                <a:solidFill>
                  <a:schemeClr val="dk1"/>
                </a:solidFill>
              </a:rPr>
              <a:t> Select Permissions</a:t>
            </a:r>
            <a:br>
              <a:rPr lang="en">
                <a:solidFill>
                  <a:schemeClr val="dk1"/>
                </a:solidFill>
              </a:rPr>
            </a:br>
            <a:r>
              <a:rPr lang="en" b="1">
                <a:solidFill>
                  <a:schemeClr val="dk1"/>
                </a:solidFill>
              </a:rPr>
              <a:t>Highlight:</a:t>
            </a:r>
            <a:r>
              <a:rPr lang="en">
                <a:solidFill>
                  <a:schemeClr val="dk1"/>
                </a:solidFill>
              </a:rPr>
              <a:t> Role name, description, permission categories</a:t>
            </a:r>
            <a:endParaRPr>
              <a:solidFill>
                <a:schemeClr val="dk1"/>
              </a:solidFill>
            </a:endParaRPr>
          </a:p>
          <a:p>
            <a:pPr marL="0" lvl="0" indent="0" algn="l" rtl="0">
              <a:spcBef>
                <a:spcPts val="1200"/>
              </a:spcBef>
              <a:spcAft>
                <a:spcPts val="0"/>
              </a:spcAft>
              <a:buNone/>
            </a:pPr>
            <a:endParaRPr sz="1300" b="1">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9a07402fa2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9a07402fa2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Voiceover (9–10 sec):</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"The newly created role is now visible in the list, complete with a summary of its permissions for easy reference and auditing."</a:t>
            </a: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On-Screen Text:</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Title:</a:t>
            </a:r>
            <a:r>
              <a:rPr lang="en">
                <a:solidFill>
                  <a:schemeClr val="dk1"/>
                </a:solidFill>
              </a:rPr>
              <a:t> Role Added</a:t>
            </a:r>
            <a:br>
              <a:rPr lang="en">
                <a:solidFill>
                  <a:schemeClr val="dk1"/>
                </a:solidFill>
              </a:rPr>
            </a:br>
            <a:r>
              <a:rPr lang="en" b="1">
                <a:solidFill>
                  <a:schemeClr val="dk1"/>
                </a:solidFill>
              </a:rPr>
              <a:t>Subtitle:</a:t>
            </a:r>
            <a:r>
              <a:rPr lang="en">
                <a:solidFill>
                  <a:schemeClr val="dk1"/>
                </a:solidFill>
              </a:rPr>
              <a:t> RBAC role is now active</a:t>
            </a:r>
            <a:br>
              <a:rPr lang="en">
                <a:solidFill>
                  <a:schemeClr val="dk1"/>
                </a:solidFill>
              </a:rPr>
            </a:br>
            <a:r>
              <a:rPr lang="en" b="1">
                <a:solidFill>
                  <a:schemeClr val="dk1"/>
                </a:solidFill>
              </a:rPr>
              <a:t>Key Text:</a:t>
            </a:r>
            <a:r>
              <a:rPr lang="en">
                <a:solidFill>
                  <a:schemeClr val="dk1"/>
                </a:solidFill>
              </a:rPr>
              <a:t> Permissions visible in summary</a:t>
            </a:r>
            <a:br>
              <a:rPr lang="en">
                <a:solidFill>
                  <a:schemeClr val="dk1"/>
                </a:solidFill>
              </a:rPr>
            </a:br>
            <a:r>
              <a:rPr lang="en" b="1">
                <a:solidFill>
                  <a:schemeClr val="dk1"/>
                </a:solidFill>
              </a:rPr>
              <a:t>CTA:</a:t>
            </a:r>
            <a:r>
              <a:rPr lang="en">
                <a:solidFill>
                  <a:schemeClr val="dk1"/>
                </a:solidFill>
              </a:rPr>
              <a:t> Proceed to User Management</a:t>
            </a:r>
            <a:br>
              <a:rPr lang="en">
                <a:solidFill>
                  <a:schemeClr val="dk1"/>
                </a:solidFill>
              </a:rPr>
            </a:br>
            <a:r>
              <a:rPr lang="en" b="1">
                <a:solidFill>
                  <a:schemeClr val="dk1"/>
                </a:solidFill>
              </a:rPr>
              <a:t>Highlight:</a:t>
            </a:r>
            <a:r>
              <a:rPr lang="en">
                <a:solidFill>
                  <a:schemeClr val="dk1"/>
                </a:solidFill>
              </a:rPr>
              <a:t> New role row</a:t>
            </a:r>
            <a:endParaRPr>
              <a:solidFill>
                <a:schemeClr val="dk1"/>
              </a:solidFill>
            </a:endParaRPr>
          </a:p>
          <a:p>
            <a:pPr marL="0" lvl="0" indent="0" algn="l" rtl="0">
              <a:spcBef>
                <a:spcPts val="1200"/>
              </a:spcBef>
              <a:spcAft>
                <a:spcPts val="0"/>
              </a:spcAft>
              <a:buNone/>
            </a:pPr>
            <a:endParaRPr sz="1300" b="1">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9a07402fa2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9a07402fa2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400"/>
              </a:spcBef>
              <a:spcAft>
                <a:spcPts val="0"/>
              </a:spcAft>
              <a:buNone/>
            </a:pPr>
            <a:r>
              <a:rPr lang="en" sz="1300" b="1">
                <a:solidFill>
                  <a:schemeClr val="dk1"/>
                </a:solidFill>
              </a:rPr>
              <a:t>Voiceover (10–12 sec):</a:t>
            </a:r>
            <a:endParaRPr sz="1300" b="1">
              <a:solidFill>
                <a:schemeClr val="dk1"/>
              </a:solidFill>
            </a:endParaRPr>
          </a:p>
          <a:p>
            <a:pPr marL="0" lvl="0" indent="0" algn="l" rtl="0">
              <a:lnSpc>
                <a:spcPct val="115000"/>
              </a:lnSpc>
              <a:spcBef>
                <a:spcPts val="1200"/>
              </a:spcBef>
              <a:spcAft>
                <a:spcPts val="0"/>
              </a:spcAft>
              <a:buNone/>
            </a:pPr>
            <a:r>
              <a:rPr lang="en">
                <a:solidFill>
                  <a:schemeClr val="dk1"/>
                </a:solidFill>
              </a:rPr>
              <a:t>"Under the Users section, the business user can view all system users and assign newly created roles based on the organisation’s operational structure."</a:t>
            </a:r>
            <a:endParaRPr>
              <a:solidFill>
                <a:schemeClr val="dk1"/>
              </a:solidFill>
            </a:endParaRPr>
          </a:p>
          <a:p>
            <a:pPr marL="0" lvl="0" indent="0" algn="l" rtl="0">
              <a:lnSpc>
                <a:spcPct val="115000"/>
              </a:lnSpc>
              <a:spcBef>
                <a:spcPts val="1400"/>
              </a:spcBef>
              <a:spcAft>
                <a:spcPts val="0"/>
              </a:spcAft>
              <a:buNone/>
            </a:pPr>
            <a:r>
              <a:rPr lang="en" sz="1300" b="1">
                <a:solidFill>
                  <a:schemeClr val="dk1"/>
                </a:solidFill>
              </a:rPr>
              <a:t>On-Screen Text:</a:t>
            </a:r>
            <a:endParaRPr sz="1300" b="1">
              <a:solidFill>
                <a:schemeClr val="dk1"/>
              </a:solidFill>
            </a:endParaRPr>
          </a:p>
          <a:p>
            <a:pPr marL="0" lvl="0" indent="0" algn="l" rtl="0">
              <a:lnSpc>
                <a:spcPct val="115000"/>
              </a:lnSpc>
              <a:spcBef>
                <a:spcPts val="1200"/>
              </a:spcBef>
              <a:spcAft>
                <a:spcPts val="0"/>
              </a:spcAft>
              <a:buNone/>
            </a:pPr>
            <a:r>
              <a:rPr lang="en" b="1">
                <a:solidFill>
                  <a:schemeClr val="dk1"/>
                </a:solidFill>
              </a:rPr>
              <a:t>Title:</a:t>
            </a:r>
            <a:r>
              <a:rPr lang="en">
                <a:solidFill>
                  <a:schemeClr val="dk1"/>
                </a:solidFill>
              </a:rPr>
              <a:t> User Management</a:t>
            </a:r>
            <a:br>
              <a:rPr lang="en">
                <a:solidFill>
                  <a:schemeClr val="dk1"/>
                </a:solidFill>
              </a:rPr>
            </a:br>
            <a:r>
              <a:rPr lang="en" b="1">
                <a:solidFill>
                  <a:schemeClr val="dk1"/>
                </a:solidFill>
              </a:rPr>
              <a:t>Subtitle:</a:t>
            </a:r>
            <a:r>
              <a:rPr lang="en">
                <a:solidFill>
                  <a:schemeClr val="dk1"/>
                </a:solidFill>
              </a:rPr>
              <a:t> View user accounts and assigned roles</a:t>
            </a:r>
            <a:br>
              <a:rPr lang="en">
                <a:solidFill>
                  <a:schemeClr val="dk1"/>
                </a:solidFill>
              </a:rPr>
            </a:br>
            <a:r>
              <a:rPr lang="en" b="1">
                <a:solidFill>
                  <a:schemeClr val="dk1"/>
                </a:solidFill>
              </a:rPr>
              <a:t>Key On-Screen Text:</a:t>
            </a:r>
            <a:r>
              <a:rPr lang="en">
                <a:solidFill>
                  <a:schemeClr val="dk1"/>
                </a:solidFill>
              </a:rPr>
              <a:t> Manage access for every user</a:t>
            </a:r>
            <a:br>
              <a:rPr lang="en">
                <a:solidFill>
                  <a:schemeClr val="dk1"/>
                </a:solidFill>
              </a:rPr>
            </a:br>
            <a:r>
              <a:rPr lang="en" b="1">
                <a:solidFill>
                  <a:schemeClr val="dk1"/>
                </a:solidFill>
              </a:rPr>
              <a:t>CTA:</a:t>
            </a:r>
            <a:r>
              <a:rPr lang="en">
                <a:solidFill>
                  <a:schemeClr val="dk1"/>
                </a:solidFill>
              </a:rPr>
              <a:t> Click </a:t>
            </a:r>
            <a:r>
              <a:rPr lang="en" b="1">
                <a:solidFill>
                  <a:schemeClr val="dk1"/>
                </a:solidFill>
              </a:rPr>
              <a:t>Add User</a:t>
            </a:r>
            <a:endParaRPr b="1">
              <a:solidFill>
                <a:schemeClr val="dk1"/>
              </a:solidFill>
            </a:endParaRPr>
          </a:p>
          <a:p>
            <a:pPr marL="0" lvl="0" indent="0" algn="l" rtl="0">
              <a:lnSpc>
                <a:spcPct val="115000"/>
              </a:lnSpc>
              <a:spcBef>
                <a:spcPts val="1400"/>
              </a:spcBef>
              <a:spcAft>
                <a:spcPts val="0"/>
              </a:spcAft>
              <a:buNone/>
            </a:pPr>
            <a:r>
              <a:rPr lang="en" sz="1300" b="1">
                <a:solidFill>
                  <a:schemeClr val="dk1"/>
                </a:solidFill>
              </a:rPr>
              <a:t>Highlight Elements:</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Add User button</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1542A-0644-540C-4E31-7B0B7D09806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E6B3C18-0918-DD25-FCF6-C8AE4AB536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C38E654-9DAD-C8C4-0D78-DB19C788E07A}"/>
              </a:ext>
            </a:extLst>
          </p:cNvPr>
          <p:cNvSpPr>
            <a:spLocks noGrp="1"/>
          </p:cNvSpPr>
          <p:nvPr>
            <p:ph type="dt" sz="half" idx="10"/>
          </p:nvPr>
        </p:nvSpPr>
        <p:spPr/>
        <p:txBody>
          <a:bodyPr/>
          <a:lstStyle/>
          <a:p>
            <a:fld id="{C9AA5130-171F-9640-8E61-51F8171F5BBB}" type="datetime1">
              <a:rPr lang="en-IN" smtClean="0"/>
              <a:t>09/12/25</a:t>
            </a:fld>
            <a:endParaRPr lang="en-US"/>
          </a:p>
        </p:txBody>
      </p:sp>
      <p:sp>
        <p:nvSpPr>
          <p:cNvPr id="5" name="Footer Placeholder 4">
            <a:extLst>
              <a:ext uri="{FF2B5EF4-FFF2-40B4-BE49-F238E27FC236}">
                <a16:creationId xmlns:a16="http://schemas.microsoft.com/office/drawing/2014/main" id="{B9ABF959-312E-C64F-4CFB-12AA32A2EF7D}"/>
              </a:ext>
            </a:extLst>
          </p:cNvPr>
          <p:cNvSpPr>
            <a:spLocks noGrp="1"/>
          </p:cNvSpPr>
          <p:nvPr>
            <p:ph type="ftr" sz="quarter" idx="11"/>
          </p:nvPr>
        </p:nvSpPr>
        <p:spPr/>
        <p:txBody>
          <a:bodyPr/>
          <a:lstStyle/>
          <a:p>
            <a:r>
              <a:rPr lang="en-US"/>
              <a:t>This document is submitted only for Code for Consent Challenge, organised by NeGD (a part of MeitY) and shall not be used for any other purpose.</a:t>
            </a:r>
          </a:p>
        </p:txBody>
      </p:sp>
      <p:sp>
        <p:nvSpPr>
          <p:cNvPr id="6" name="Slide Number Placeholder 5">
            <a:extLst>
              <a:ext uri="{FF2B5EF4-FFF2-40B4-BE49-F238E27FC236}">
                <a16:creationId xmlns:a16="http://schemas.microsoft.com/office/drawing/2014/main" id="{C3B41C73-3DF8-7B9F-0FFC-65A6BAA8EC93}"/>
              </a:ext>
            </a:extLst>
          </p:cNvPr>
          <p:cNvSpPr>
            <a:spLocks noGrp="1"/>
          </p:cNvSpPr>
          <p:nvPr>
            <p:ph type="sldNum" sz="quarter" idx="12"/>
          </p:nvPr>
        </p:nvSpPr>
        <p:spPr/>
        <p:txBody>
          <a:bodyPr/>
          <a:lstStyle/>
          <a:p>
            <a:fld id="{80E1B0F3-C0B2-EB4B-9111-C633E81453EC}" type="slidenum">
              <a:rPr lang="en-US" smtClean="0"/>
              <a:t>‹#›</a:t>
            </a:fld>
            <a:endParaRPr lang="en-US"/>
          </a:p>
        </p:txBody>
      </p:sp>
    </p:spTree>
    <p:extLst>
      <p:ext uri="{BB962C8B-B14F-4D97-AF65-F5344CB8AC3E}">
        <p14:creationId xmlns:p14="http://schemas.microsoft.com/office/powerpoint/2010/main" val="6269779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1A5D8-5B68-0708-F49E-244611709BB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312BF1E-1BFA-CA2A-983B-692317301DE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61972CE-8D18-7543-E0F1-5FC2E02DE9B7}"/>
              </a:ext>
            </a:extLst>
          </p:cNvPr>
          <p:cNvSpPr>
            <a:spLocks noGrp="1"/>
          </p:cNvSpPr>
          <p:nvPr>
            <p:ph type="dt" sz="half" idx="10"/>
          </p:nvPr>
        </p:nvSpPr>
        <p:spPr/>
        <p:txBody>
          <a:bodyPr/>
          <a:lstStyle/>
          <a:p>
            <a:fld id="{A4779220-E105-D64F-B452-350329C9AD13}" type="datetime1">
              <a:rPr lang="en-IN" smtClean="0"/>
              <a:t>09/12/25</a:t>
            </a:fld>
            <a:endParaRPr lang="en-US"/>
          </a:p>
        </p:txBody>
      </p:sp>
      <p:sp>
        <p:nvSpPr>
          <p:cNvPr id="5" name="Footer Placeholder 4">
            <a:extLst>
              <a:ext uri="{FF2B5EF4-FFF2-40B4-BE49-F238E27FC236}">
                <a16:creationId xmlns:a16="http://schemas.microsoft.com/office/drawing/2014/main" id="{ACEADC4C-0F5A-5835-7535-76D612B40157}"/>
              </a:ext>
            </a:extLst>
          </p:cNvPr>
          <p:cNvSpPr>
            <a:spLocks noGrp="1"/>
          </p:cNvSpPr>
          <p:nvPr>
            <p:ph type="ftr" sz="quarter" idx="11"/>
          </p:nvPr>
        </p:nvSpPr>
        <p:spPr/>
        <p:txBody>
          <a:bodyPr/>
          <a:lstStyle/>
          <a:p>
            <a:r>
              <a:rPr lang="en-US"/>
              <a:t>This document is submitted only for Code for Consent Challenge, organised by NeGD (a part of MeitY) and shall not be used for any other purpose.</a:t>
            </a:r>
          </a:p>
        </p:txBody>
      </p:sp>
      <p:sp>
        <p:nvSpPr>
          <p:cNvPr id="6" name="Slide Number Placeholder 5">
            <a:extLst>
              <a:ext uri="{FF2B5EF4-FFF2-40B4-BE49-F238E27FC236}">
                <a16:creationId xmlns:a16="http://schemas.microsoft.com/office/drawing/2014/main" id="{5ED54E65-3B70-A07C-378B-6254406BE277}"/>
              </a:ext>
            </a:extLst>
          </p:cNvPr>
          <p:cNvSpPr>
            <a:spLocks noGrp="1"/>
          </p:cNvSpPr>
          <p:nvPr>
            <p:ph type="sldNum" sz="quarter" idx="12"/>
          </p:nvPr>
        </p:nvSpPr>
        <p:spPr/>
        <p:txBody>
          <a:bodyPr/>
          <a:lstStyle/>
          <a:p>
            <a:fld id="{80E1B0F3-C0B2-EB4B-9111-C633E81453EC}" type="slidenum">
              <a:rPr lang="en-US" smtClean="0"/>
              <a:t>‹#›</a:t>
            </a:fld>
            <a:endParaRPr lang="en-US"/>
          </a:p>
        </p:txBody>
      </p:sp>
    </p:spTree>
    <p:extLst>
      <p:ext uri="{BB962C8B-B14F-4D97-AF65-F5344CB8AC3E}">
        <p14:creationId xmlns:p14="http://schemas.microsoft.com/office/powerpoint/2010/main" val="1712894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9C299-8717-E60F-D6D8-095C70CE1CF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DF78C65-EF05-870D-B348-C366F018FC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A4BA444-76D6-D64C-B41D-B9EAC67CD17E}"/>
              </a:ext>
            </a:extLst>
          </p:cNvPr>
          <p:cNvSpPr>
            <a:spLocks noGrp="1"/>
          </p:cNvSpPr>
          <p:nvPr>
            <p:ph type="dt" sz="half" idx="10"/>
          </p:nvPr>
        </p:nvSpPr>
        <p:spPr/>
        <p:txBody>
          <a:bodyPr/>
          <a:lstStyle/>
          <a:p>
            <a:fld id="{EC54D1BC-8A8E-8B4B-BC82-73C11E4FE9DC}" type="datetime1">
              <a:rPr lang="en-IN" smtClean="0"/>
              <a:t>09/12/25</a:t>
            </a:fld>
            <a:endParaRPr lang="en-US"/>
          </a:p>
        </p:txBody>
      </p:sp>
      <p:sp>
        <p:nvSpPr>
          <p:cNvPr id="5" name="Footer Placeholder 4">
            <a:extLst>
              <a:ext uri="{FF2B5EF4-FFF2-40B4-BE49-F238E27FC236}">
                <a16:creationId xmlns:a16="http://schemas.microsoft.com/office/drawing/2014/main" id="{147039DB-646A-15D4-6CDD-26ADD8AD1493}"/>
              </a:ext>
            </a:extLst>
          </p:cNvPr>
          <p:cNvSpPr>
            <a:spLocks noGrp="1"/>
          </p:cNvSpPr>
          <p:nvPr>
            <p:ph type="ftr" sz="quarter" idx="11"/>
          </p:nvPr>
        </p:nvSpPr>
        <p:spPr/>
        <p:txBody>
          <a:bodyPr/>
          <a:lstStyle/>
          <a:p>
            <a:r>
              <a:rPr lang="en-US"/>
              <a:t>This document is submitted only for Code for Consent Challenge, organised by NeGD (a part of MeitY) and shall not be used for any other purpose.</a:t>
            </a:r>
          </a:p>
        </p:txBody>
      </p:sp>
      <p:sp>
        <p:nvSpPr>
          <p:cNvPr id="6" name="Slide Number Placeholder 5">
            <a:extLst>
              <a:ext uri="{FF2B5EF4-FFF2-40B4-BE49-F238E27FC236}">
                <a16:creationId xmlns:a16="http://schemas.microsoft.com/office/drawing/2014/main" id="{2F43D606-617C-5575-1D6B-A2F77A9696A1}"/>
              </a:ext>
            </a:extLst>
          </p:cNvPr>
          <p:cNvSpPr>
            <a:spLocks noGrp="1"/>
          </p:cNvSpPr>
          <p:nvPr>
            <p:ph type="sldNum" sz="quarter" idx="12"/>
          </p:nvPr>
        </p:nvSpPr>
        <p:spPr/>
        <p:txBody>
          <a:bodyPr/>
          <a:lstStyle/>
          <a:p>
            <a:fld id="{80E1B0F3-C0B2-EB4B-9111-C633E81453EC}" type="slidenum">
              <a:rPr lang="en-US" smtClean="0"/>
              <a:t>‹#›</a:t>
            </a:fld>
            <a:endParaRPr lang="en-US"/>
          </a:p>
        </p:txBody>
      </p:sp>
    </p:spTree>
    <p:extLst>
      <p:ext uri="{BB962C8B-B14F-4D97-AF65-F5344CB8AC3E}">
        <p14:creationId xmlns:p14="http://schemas.microsoft.com/office/powerpoint/2010/main" val="7725798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79413-7DAE-76E9-DA7E-DC6ED54F4C8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7311B9-4571-A2FE-F646-8D0F6A92CB5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18A5ABD-A553-D135-16F4-CBA61585D06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F2171AD-64FC-B6B9-F38A-ED82CF2BFCB5}"/>
              </a:ext>
            </a:extLst>
          </p:cNvPr>
          <p:cNvSpPr>
            <a:spLocks noGrp="1"/>
          </p:cNvSpPr>
          <p:nvPr>
            <p:ph type="dt" sz="half" idx="10"/>
          </p:nvPr>
        </p:nvSpPr>
        <p:spPr/>
        <p:txBody>
          <a:bodyPr/>
          <a:lstStyle/>
          <a:p>
            <a:fld id="{84CD7F5F-6785-C64A-B81A-6EA4EAE3C8BF}" type="datetime1">
              <a:rPr lang="en-IN" smtClean="0"/>
              <a:t>09/12/25</a:t>
            </a:fld>
            <a:endParaRPr lang="en-US"/>
          </a:p>
        </p:txBody>
      </p:sp>
      <p:sp>
        <p:nvSpPr>
          <p:cNvPr id="6" name="Footer Placeholder 5">
            <a:extLst>
              <a:ext uri="{FF2B5EF4-FFF2-40B4-BE49-F238E27FC236}">
                <a16:creationId xmlns:a16="http://schemas.microsoft.com/office/drawing/2014/main" id="{367291FA-202B-F887-5FAC-E8774407EB26}"/>
              </a:ext>
            </a:extLst>
          </p:cNvPr>
          <p:cNvSpPr>
            <a:spLocks noGrp="1"/>
          </p:cNvSpPr>
          <p:nvPr>
            <p:ph type="ftr" sz="quarter" idx="11"/>
          </p:nvPr>
        </p:nvSpPr>
        <p:spPr/>
        <p:txBody>
          <a:bodyPr/>
          <a:lstStyle/>
          <a:p>
            <a:r>
              <a:rPr lang="en-US"/>
              <a:t>This document is submitted only for Code for Consent Challenge, organised by NeGD (a part of MeitY) and shall not be used for any other purpose.</a:t>
            </a:r>
          </a:p>
        </p:txBody>
      </p:sp>
      <p:sp>
        <p:nvSpPr>
          <p:cNvPr id="7" name="Slide Number Placeholder 6">
            <a:extLst>
              <a:ext uri="{FF2B5EF4-FFF2-40B4-BE49-F238E27FC236}">
                <a16:creationId xmlns:a16="http://schemas.microsoft.com/office/drawing/2014/main" id="{DD03EDF3-7352-C19E-64A3-5A67B2A0F0DD}"/>
              </a:ext>
            </a:extLst>
          </p:cNvPr>
          <p:cNvSpPr>
            <a:spLocks noGrp="1"/>
          </p:cNvSpPr>
          <p:nvPr>
            <p:ph type="sldNum" sz="quarter" idx="12"/>
          </p:nvPr>
        </p:nvSpPr>
        <p:spPr/>
        <p:txBody>
          <a:bodyPr/>
          <a:lstStyle/>
          <a:p>
            <a:fld id="{80E1B0F3-C0B2-EB4B-9111-C633E81453EC}" type="slidenum">
              <a:rPr lang="en-US" smtClean="0"/>
              <a:t>‹#›</a:t>
            </a:fld>
            <a:endParaRPr lang="en-US"/>
          </a:p>
        </p:txBody>
      </p:sp>
    </p:spTree>
    <p:extLst>
      <p:ext uri="{BB962C8B-B14F-4D97-AF65-F5344CB8AC3E}">
        <p14:creationId xmlns:p14="http://schemas.microsoft.com/office/powerpoint/2010/main" val="3886993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5AF46-3CAD-01FB-651C-F66EB505D97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D6CFDF5-A478-5D56-15F2-AB0E45875E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7512068-919A-1594-0DA0-CD1AE4B0C45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7F012172-2EAF-D7F4-B198-8FFAF59B44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C91D4DB-FC25-002F-F624-E569C4F231B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FC987EE-39BC-B193-0F13-92C86B1773B1}"/>
              </a:ext>
            </a:extLst>
          </p:cNvPr>
          <p:cNvSpPr>
            <a:spLocks noGrp="1"/>
          </p:cNvSpPr>
          <p:nvPr>
            <p:ph type="dt" sz="half" idx="10"/>
          </p:nvPr>
        </p:nvSpPr>
        <p:spPr/>
        <p:txBody>
          <a:bodyPr/>
          <a:lstStyle/>
          <a:p>
            <a:fld id="{8864F638-9300-8E4B-A8D2-611C0EA44F75}" type="datetime1">
              <a:rPr lang="en-IN" smtClean="0"/>
              <a:t>09/12/25</a:t>
            </a:fld>
            <a:endParaRPr lang="en-US"/>
          </a:p>
        </p:txBody>
      </p:sp>
      <p:sp>
        <p:nvSpPr>
          <p:cNvPr id="8" name="Footer Placeholder 7">
            <a:extLst>
              <a:ext uri="{FF2B5EF4-FFF2-40B4-BE49-F238E27FC236}">
                <a16:creationId xmlns:a16="http://schemas.microsoft.com/office/drawing/2014/main" id="{8126EB66-7464-4A26-52FE-D730125CF0F8}"/>
              </a:ext>
            </a:extLst>
          </p:cNvPr>
          <p:cNvSpPr>
            <a:spLocks noGrp="1"/>
          </p:cNvSpPr>
          <p:nvPr>
            <p:ph type="ftr" sz="quarter" idx="11"/>
          </p:nvPr>
        </p:nvSpPr>
        <p:spPr/>
        <p:txBody>
          <a:bodyPr/>
          <a:lstStyle/>
          <a:p>
            <a:r>
              <a:rPr lang="en-US"/>
              <a:t>This document is submitted only for Code for Consent Challenge, organised by NeGD (a part of MeitY) and shall not be used for any other purpose.</a:t>
            </a:r>
          </a:p>
        </p:txBody>
      </p:sp>
      <p:sp>
        <p:nvSpPr>
          <p:cNvPr id="9" name="Slide Number Placeholder 8">
            <a:extLst>
              <a:ext uri="{FF2B5EF4-FFF2-40B4-BE49-F238E27FC236}">
                <a16:creationId xmlns:a16="http://schemas.microsoft.com/office/drawing/2014/main" id="{50A070C0-0353-03F2-43D5-BF51DCF99B73}"/>
              </a:ext>
            </a:extLst>
          </p:cNvPr>
          <p:cNvSpPr>
            <a:spLocks noGrp="1"/>
          </p:cNvSpPr>
          <p:nvPr>
            <p:ph type="sldNum" sz="quarter" idx="12"/>
          </p:nvPr>
        </p:nvSpPr>
        <p:spPr/>
        <p:txBody>
          <a:bodyPr/>
          <a:lstStyle/>
          <a:p>
            <a:fld id="{80E1B0F3-C0B2-EB4B-9111-C633E81453EC}" type="slidenum">
              <a:rPr lang="en-US" smtClean="0"/>
              <a:t>‹#›</a:t>
            </a:fld>
            <a:endParaRPr lang="en-US"/>
          </a:p>
        </p:txBody>
      </p:sp>
    </p:spTree>
    <p:extLst>
      <p:ext uri="{BB962C8B-B14F-4D97-AF65-F5344CB8AC3E}">
        <p14:creationId xmlns:p14="http://schemas.microsoft.com/office/powerpoint/2010/main" val="933022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F7F93-3AB0-5A47-795E-57BCB94944A3}"/>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9C3C2E9-B4DD-20CC-EB2A-515572188629}"/>
              </a:ext>
            </a:extLst>
          </p:cNvPr>
          <p:cNvSpPr>
            <a:spLocks noGrp="1"/>
          </p:cNvSpPr>
          <p:nvPr>
            <p:ph type="dt" sz="half" idx="10"/>
          </p:nvPr>
        </p:nvSpPr>
        <p:spPr/>
        <p:txBody>
          <a:bodyPr/>
          <a:lstStyle/>
          <a:p>
            <a:fld id="{34D79A98-3BF9-D94C-987B-47278DBF38EB}" type="datetime1">
              <a:rPr lang="en-IN" smtClean="0"/>
              <a:t>09/12/25</a:t>
            </a:fld>
            <a:endParaRPr lang="en-US"/>
          </a:p>
        </p:txBody>
      </p:sp>
      <p:sp>
        <p:nvSpPr>
          <p:cNvPr id="4" name="Footer Placeholder 3">
            <a:extLst>
              <a:ext uri="{FF2B5EF4-FFF2-40B4-BE49-F238E27FC236}">
                <a16:creationId xmlns:a16="http://schemas.microsoft.com/office/drawing/2014/main" id="{417F5430-767A-BDA1-0DDD-AD033B08C66C}"/>
              </a:ext>
            </a:extLst>
          </p:cNvPr>
          <p:cNvSpPr>
            <a:spLocks noGrp="1"/>
          </p:cNvSpPr>
          <p:nvPr>
            <p:ph type="ftr" sz="quarter" idx="11"/>
          </p:nvPr>
        </p:nvSpPr>
        <p:spPr/>
        <p:txBody>
          <a:bodyPr/>
          <a:lstStyle/>
          <a:p>
            <a:r>
              <a:rPr lang="en-US"/>
              <a:t>This document is submitted only for Code for Consent Challenge, organised by NeGD (a part of MeitY) and shall not be used for any other purpose.</a:t>
            </a:r>
          </a:p>
        </p:txBody>
      </p:sp>
      <p:sp>
        <p:nvSpPr>
          <p:cNvPr id="5" name="Slide Number Placeholder 4">
            <a:extLst>
              <a:ext uri="{FF2B5EF4-FFF2-40B4-BE49-F238E27FC236}">
                <a16:creationId xmlns:a16="http://schemas.microsoft.com/office/drawing/2014/main" id="{2F999FA0-61F3-7520-E2E6-D81F1CE6CFE8}"/>
              </a:ext>
            </a:extLst>
          </p:cNvPr>
          <p:cNvSpPr>
            <a:spLocks noGrp="1"/>
          </p:cNvSpPr>
          <p:nvPr>
            <p:ph type="sldNum" sz="quarter" idx="12"/>
          </p:nvPr>
        </p:nvSpPr>
        <p:spPr/>
        <p:txBody>
          <a:bodyPr/>
          <a:lstStyle/>
          <a:p>
            <a:fld id="{80E1B0F3-C0B2-EB4B-9111-C633E81453EC}" type="slidenum">
              <a:rPr lang="en-US" smtClean="0"/>
              <a:t>‹#›</a:t>
            </a:fld>
            <a:endParaRPr lang="en-US"/>
          </a:p>
        </p:txBody>
      </p:sp>
    </p:spTree>
    <p:extLst>
      <p:ext uri="{BB962C8B-B14F-4D97-AF65-F5344CB8AC3E}">
        <p14:creationId xmlns:p14="http://schemas.microsoft.com/office/powerpoint/2010/main" val="1354054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6E10AB-7C09-414A-7AC4-C1D191E86430}"/>
              </a:ext>
            </a:extLst>
          </p:cNvPr>
          <p:cNvSpPr>
            <a:spLocks noGrp="1"/>
          </p:cNvSpPr>
          <p:nvPr>
            <p:ph type="dt" sz="half" idx="10"/>
          </p:nvPr>
        </p:nvSpPr>
        <p:spPr/>
        <p:txBody>
          <a:bodyPr/>
          <a:lstStyle/>
          <a:p>
            <a:fld id="{95B38856-B202-BC48-A496-3A1F8BE61EDA}" type="datetime1">
              <a:rPr lang="en-IN" smtClean="0"/>
              <a:t>09/12/25</a:t>
            </a:fld>
            <a:endParaRPr lang="en-US"/>
          </a:p>
        </p:txBody>
      </p:sp>
      <p:sp>
        <p:nvSpPr>
          <p:cNvPr id="3" name="Footer Placeholder 2">
            <a:extLst>
              <a:ext uri="{FF2B5EF4-FFF2-40B4-BE49-F238E27FC236}">
                <a16:creationId xmlns:a16="http://schemas.microsoft.com/office/drawing/2014/main" id="{CD67327E-E9A7-1B64-80C0-7F20C183B192}"/>
              </a:ext>
            </a:extLst>
          </p:cNvPr>
          <p:cNvSpPr>
            <a:spLocks noGrp="1"/>
          </p:cNvSpPr>
          <p:nvPr>
            <p:ph type="ftr" sz="quarter" idx="11"/>
          </p:nvPr>
        </p:nvSpPr>
        <p:spPr/>
        <p:txBody>
          <a:bodyPr/>
          <a:lstStyle/>
          <a:p>
            <a:r>
              <a:rPr lang="en-US"/>
              <a:t>This document is submitted only for Code for Consent Challenge, organised by NeGD (a part of MeitY) and shall not be used for any other purpose.</a:t>
            </a:r>
          </a:p>
        </p:txBody>
      </p:sp>
      <p:sp>
        <p:nvSpPr>
          <p:cNvPr id="4" name="Slide Number Placeholder 3">
            <a:extLst>
              <a:ext uri="{FF2B5EF4-FFF2-40B4-BE49-F238E27FC236}">
                <a16:creationId xmlns:a16="http://schemas.microsoft.com/office/drawing/2014/main" id="{17F8CB5A-6922-0ED1-1991-68E638A0B05D}"/>
              </a:ext>
            </a:extLst>
          </p:cNvPr>
          <p:cNvSpPr>
            <a:spLocks noGrp="1"/>
          </p:cNvSpPr>
          <p:nvPr>
            <p:ph type="sldNum" sz="quarter" idx="12"/>
          </p:nvPr>
        </p:nvSpPr>
        <p:spPr/>
        <p:txBody>
          <a:bodyPr/>
          <a:lstStyle/>
          <a:p>
            <a:fld id="{80E1B0F3-C0B2-EB4B-9111-C633E81453EC}" type="slidenum">
              <a:rPr lang="en-US" smtClean="0"/>
              <a:t>‹#›</a:t>
            </a:fld>
            <a:endParaRPr lang="en-US"/>
          </a:p>
        </p:txBody>
      </p:sp>
    </p:spTree>
    <p:extLst>
      <p:ext uri="{BB962C8B-B14F-4D97-AF65-F5344CB8AC3E}">
        <p14:creationId xmlns:p14="http://schemas.microsoft.com/office/powerpoint/2010/main" val="1187545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0B33F-1724-42BB-13CD-013AF72F2B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7220659F-B76F-B853-CF1E-EA7B9824CE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F27F7030-30C2-9D4D-656C-AA377F2E74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61DC11D-5BCB-4E77-9B63-FF72DBB31246}"/>
              </a:ext>
            </a:extLst>
          </p:cNvPr>
          <p:cNvSpPr>
            <a:spLocks noGrp="1"/>
          </p:cNvSpPr>
          <p:nvPr>
            <p:ph type="dt" sz="half" idx="10"/>
          </p:nvPr>
        </p:nvSpPr>
        <p:spPr/>
        <p:txBody>
          <a:bodyPr/>
          <a:lstStyle/>
          <a:p>
            <a:fld id="{45CDE838-5811-5B4C-8479-DCE2BBBACC7F}" type="datetime1">
              <a:rPr lang="en-IN" smtClean="0"/>
              <a:t>09/12/25</a:t>
            </a:fld>
            <a:endParaRPr lang="en-US"/>
          </a:p>
        </p:txBody>
      </p:sp>
      <p:sp>
        <p:nvSpPr>
          <p:cNvPr id="6" name="Footer Placeholder 5">
            <a:extLst>
              <a:ext uri="{FF2B5EF4-FFF2-40B4-BE49-F238E27FC236}">
                <a16:creationId xmlns:a16="http://schemas.microsoft.com/office/drawing/2014/main" id="{84CD1EB6-1FB8-2953-C47A-9736ADC2FA0C}"/>
              </a:ext>
            </a:extLst>
          </p:cNvPr>
          <p:cNvSpPr>
            <a:spLocks noGrp="1"/>
          </p:cNvSpPr>
          <p:nvPr>
            <p:ph type="ftr" sz="quarter" idx="11"/>
          </p:nvPr>
        </p:nvSpPr>
        <p:spPr/>
        <p:txBody>
          <a:bodyPr/>
          <a:lstStyle/>
          <a:p>
            <a:r>
              <a:rPr lang="en-US"/>
              <a:t>This document is submitted only for Code for Consent Challenge, organised by NeGD (a part of MeitY) and shall not be used for any other purpose.</a:t>
            </a:r>
          </a:p>
        </p:txBody>
      </p:sp>
      <p:sp>
        <p:nvSpPr>
          <p:cNvPr id="7" name="Slide Number Placeholder 6">
            <a:extLst>
              <a:ext uri="{FF2B5EF4-FFF2-40B4-BE49-F238E27FC236}">
                <a16:creationId xmlns:a16="http://schemas.microsoft.com/office/drawing/2014/main" id="{D0FF94BA-39F6-4D83-33DC-27CF3F6252EC}"/>
              </a:ext>
            </a:extLst>
          </p:cNvPr>
          <p:cNvSpPr>
            <a:spLocks noGrp="1"/>
          </p:cNvSpPr>
          <p:nvPr>
            <p:ph type="sldNum" sz="quarter" idx="12"/>
          </p:nvPr>
        </p:nvSpPr>
        <p:spPr/>
        <p:txBody>
          <a:bodyPr/>
          <a:lstStyle/>
          <a:p>
            <a:fld id="{80E1B0F3-C0B2-EB4B-9111-C633E81453EC}" type="slidenum">
              <a:rPr lang="en-US" smtClean="0"/>
              <a:t>‹#›</a:t>
            </a:fld>
            <a:endParaRPr lang="en-US"/>
          </a:p>
        </p:txBody>
      </p:sp>
    </p:spTree>
    <p:extLst>
      <p:ext uri="{BB962C8B-B14F-4D97-AF65-F5344CB8AC3E}">
        <p14:creationId xmlns:p14="http://schemas.microsoft.com/office/powerpoint/2010/main" val="2962413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41ADE-677F-41F5-5795-6BE493C39F1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175C502-888B-0262-4366-964A6C990E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B972C93-BAFB-1478-E19B-C22F464C9F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7EE7DA9-C089-2EE7-091A-6FCE0FE41900}"/>
              </a:ext>
            </a:extLst>
          </p:cNvPr>
          <p:cNvSpPr>
            <a:spLocks noGrp="1"/>
          </p:cNvSpPr>
          <p:nvPr>
            <p:ph type="dt" sz="half" idx="10"/>
          </p:nvPr>
        </p:nvSpPr>
        <p:spPr/>
        <p:txBody>
          <a:bodyPr/>
          <a:lstStyle/>
          <a:p>
            <a:fld id="{884C46B2-9A88-E749-A148-9880C897754C}" type="datetime1">
              <a:rPr lang="en-IN" smtClean="0"/>
              <a:t>09/12/25</a:t>
            </a:fld>
            <a:endParaRPr lang="en-US"/>
          </a:p>
        </p:txBody>
      </p:sp>
      <p:sp>
        <p:nvSpPr>
          <p:cNvPr id="6" name="Footer Placeholder 5">
            <a:extLst>
              <a:ext uri="{FF2B5EF4-FFF2-40B4-BE49-F238E27FC236}">
                <a16:creationId xmlns:a16="http://schemas.microsoft.com/office/drawing/2014/main" id="{237BB0DC-B3B0-6451-411C-1F384564180F}"/>
              </a:ext>
            </a:extLst>
          </p:cNvPr>
          <p:cNvSpPr>
            <a:spLocks noGrp="1"/>
          </p:cNvSpPr>
          <p:nvPr>
            <p:ph type="ftr" sz="quarter" idx="11"/>
          </p:nvPr>
        </p:nvSpPr>
        <p:spPr/>
        <p:txBody>
          <a:bodyPr/>
          <a:lstStyle/>
          <a:p>
            <a:r>
              <a:rPr lang="en-US"/>
              <a:t>This document is submitted only for Code for Consent Challenge, organised by NeGD (a part of MeitY) and shall not be used for any other purpose.</a:t>
            </a:r>
          </a:p>
        </p:txBody>
      </p:sp>
      <p:sp>
        <p:nvSpPr>
          <p:cNvPr id="7" name="Slide Number Placeholder 6">
            <a:extLst>
              <a:ext uri="{FF2B5EF4-FFF2-40B4-BE49-F238E27FC236}">
                <a16:creationId xmlns:a16="http://schemas.microsoft.com/office/drawing/2014/main" id="{AC2248E8-111C-8B71-1495-0744F531916C}"/>
              </a:ext>
            </a:extLst>
          </p:cNvPr>
          <p:cNvSpPr>
            <a:spLocks noGrp="1"/>
          </p:cNvSpPr>
          <p:nvPr>
            <p:ph type="sldNum" sz="quarter" idx="12"/>
          </p:nvPr>
        </p:nvSpPr>
        <p:spPr/>
        <p:txBody>
          <a:bodyPr/>
          <a:lstStyle/>
          <a:p>
            <a:fld id="{80E1B0F3-C0B2-EB4B-9111-C633E81453EC}" type="slidenum">
              <a:rPr lang="en-US" smtClean="0"/>
              <a:t>‹#›</a:t>
            </a:fld>
            <a:endParaRPr lang="en-US"/>
          </a:p>
        </p:txBody>
      </p:sp>
    </p:spTree>
    <p:extLst>
      <p:ext uri="{BB962C8B-B14F-4D97-AF65-F5344CB8AC3E}">
        <p14:creationId xmlns:p14="http://schemas.microsoft.com/office/powerpoint/2010/main" val="2852725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BC173-94A3-FA14-D6EE-441CA19BEC70}"/>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8573155-ABE3-ED7F-C30C-C884819EBB8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4B91D77-C925-AB57-87F9-2D4E6D0DE0F2}"/>
              </a:ext>
            </a:extLst>
          </p:cNvPr>
          <p:cNvSpPr>
            <a:spLocks noGrp="1"/>
          </p:cNvSpPr>
          <p:nvPr>
            <p:ph type="dt" sz="half" idx="10"/>
          </p:nvPr>
        </p:nvSpPr>
        <p:spPr/>
        <p:txBody>
          <a:bodyPr/>
          <a:lstStyle/>
          <a:p>
            <a:fld id="{048351D4-45C5-F84B-A80D-FBC500CF6785}" type="datetime1">
              <a:rPr lang="en-IN" smtClean="0"/>
              <a:t>09/12/25</a:t>
            </a:fld>
            <a:endParaRPr lang="en-US"/>
          </a:p>
        </p:txBody>
      </p:sp>
      <p:sp>
        <p:nvSpPr>
          <p:cNvPr id="5" name="Footer Placeholder 4">
            <a:extLst>
              <a:ext uri="{FF2B5EF4-FFF2-40B4-BE49-F238E27FC236}">
                <a16:creationId xmlns:a16="http://schemas.microsoft.com/office/drawing/2014/main" id="{2F73E1CC-7654-ED18-8E63-126E018DEC80}"/>
              </a:ext>
            </a:extLst>
          </p:cNvPr>
          <p:cNvSpPr>
            <a:spLocks noGrp="1"/>
          </p:cNvSpPr>
          <p:nvPr>
            <p:ph type="ftr" sz="quarter" idx="11"/>
          </p:nvPr>
        </p:nvSpPr>
        <p:spPr/>
        <p:txBody>
          <a:bodyPr/>
          <a:lstStyle/>
          <a:p>
            <a:r>
              <a:rPr lang="en-US"/>
              <a:t>This document is submitted only for Code for Consent Challenge, organised by NeGD (a part of MeitY) and shall not be used for any other purpose.</a:t>
            </a:r>
          </a:p>
        </p:txBody>
      </p:sp>
      <p:sp>
        <p:nvSpPr>
          <p:cNvPr id="6" name="Slide Number Placeholder 5">
            <a:extLst>
              <a:ext uri="{FF2B5EF4-FFF2-40B4-BE49-F238E27FC236}">
                <a16:creationId xmlns:a16="http://schemas.microsoft.com/office/drawing/2014/main" id="{8EC9D550-4195-DC24-88E5-5B8834F97115}"/>
              </a:ext>
            </a:extLst>
          </p:cNvPr>
          <p:cNvSpPr>
            <a:spLocks noGrp="1"/>
          </p:cNvSpPr>
          <p:nvPr>
            <p:ph type="sldNum" sz="quarter" idx="12"/>
          </p:nvPr>
        </p:nvSpPr>
        <p:spPr/>
        <p:txBody>
          <a:bodyPr/>
          <a:lstStyle/>
          <a:p>
            <a:fld id="{80E1B0F3-C0B2-EB4B-9111-C633E81453EC}" type="slidenum">
              <a:rPr lang="en-US" smtClean="0"/>
              <a:t>‹#›</a:t>
            </a:fld>
            <a:endParaRPr lang="en-US"/>
          </a:p>
        </p:txBody>
      </p:sp>
    </p:spTree>
    <p:extLst>
      <p:ext uri="{BB962C8B-B14F-4D97-AF65-F5344CB8AC3E}">
        <p14:creationId xmlns:p14="http://schemas.microsoft.com/office/powerpoint/2010/main" val="27438722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5F512D-8226-6D13-B638-F41CDDE3448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D69E3D0-683B-CBE7-C293-D5E979A18EC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DD9791A-1A6D-C396-3646-565504D37017}"/>
              </a:ext>
            </a:extLst>
          </p:cNvPr>
          <p:cNvSpPr>
            <a:spLocks noGrp="1"/>
          </p:cNvSpPr>
          <p:nvPr>
            <p:ph type="dt" sz="half" idx="10"/>
          </p:nvPr>
        </p:nvSpPr>
        <p:spPr/>
        <p:txBody>
          <a:bodyPr/>
          <a:lstStyle/>
          <a:p>
            <a:fld id="{80A8C412-0832-DD43-8C52-C29BD704BAE9}" type="datetime1">
              <a:rPr lang="en-IN" smtClean="0"/>
              <a:t>09/12/25</a:t>
            </a:fld>
            <a:endParaRPr lang="en-US"/>
          </a:p>
        </p:txBody>
      </p:sp>
      <p:sp>
        <p:nvSpPr>
          <p:cNvPr id="5" name="Footer Placeholder 4">
            <a:extLst>
              <a:ext uri="{FF2B5EF4-FFF2-40B4-BE49-F238E27FC236}">
                <a16:creationId xmlns:a16="http://schemas.microsoft.com/office/drawing/2014/main" id="{AE236457-6CA6-2E3B-8074-B7E02BBAF4F7}"/>
              </a:ext>
            </a:extLst>
          </p:cNvPr>
          <p:cNvSpPr>
            <a:spLocks noGrp="1"/>
          </p:cNvSpPr>
          <p:nvPr>
            <p:ph type="ftr" sz="quarter" idx="11"/>
          </p:nvPr>
        </p:nvSpPr>
        <p:spPr/>
        <p:txBody>
          <a:bodyPr/>
          <a:lstStyle/>
          <a:p>
            <a:r>
              <a:rPr lang="en-US"/>
              <a:t>This document is submitted only for Code for Consent Challenge, organised by NeGD (a part of MeitY) and shall not be used for any other purpose.</a:t>
            </a:r>
          </a:p>
        </p:txBody>
      </p:sp>
      <p:sp>
        <p:nvSpPr>
          <p:cNvPr id="6" name="Slide Number Placeholder 5">
            <a:extLst>
              <a:ext uri="{FF2B5EF4-FFF2-40B4-BE49-F238E27FC236}">
                <a16:creationId xmlns:a16="http://schemas.microsoft.com/office/drawing/2014/main" id="{D3AF5130-EACF-FE6B-53C4-F33B5253B752}"/>
              </a:ext>
            </a:extLst>
          </p:cNvPr>
          <p:cNvSpPr>
            <a:spLocks noGrp="1"/>
          </p:cNvSpPr>
          <p:nvPr>
            <p:ph type="sldNum" sz="quarter" idx="12"/>
          </p:nvPr>
        </p:nvSpPr>
        <p:spPr/>
        <p:txBody>
          <a:bodyPr/>
          <a:lstStyle/>
          <a:p>
            <a:fld id="{80E1B0F3-C0B2-EB4B-9111-C633E81453EC}" type="slidenum">
              <a:rPr lang="en-US" smtClean="0"/>
              <a:t>‹#›</a:t>
            </a:fld>
            <a:endParaRPr lang="en-US"/>
          </a:p>
        </p:txBody>
      </p:sp>
    </p:spTree>
    <p:extLst>
      <p:ext uri="{BB962C8B-B14F-4D97-AF65-F5344CB8AC3E}">
        <p14:creationId xmlns:p14="http://schemas.microsoft.com/office/powerpoint/2010/main" val="3697029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19662B-7648-23C4-1CC6-1CD32CD318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A1259A9-8DF5-B6ED-3C4D-7CE8C1391C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B877ED6-B752-1501-9ADF-D7038EC89A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B1FC24-831E-2446-A365-9ADA58C4E906}" type="datetime1">
              <a:rPr lang="en-IN" smtClean="0"/>
              <a:t>09/12/25</a:t>
            </a:fld>
            <a:endParaRPr lang="en-US"/>
          </a:p>
        </p:txBody>
      </p:sp>
      <p:sp>
        <p:nvSpPr>
          <p:cNvPr id="5" name="Footer Placeholder 4">
            <a:extLst>
              <a:ext uri="{FF2B5EF4-FFF2-40B4-BE49-F238E27FC236}">
                <a16:creationId xmlns:a16="http://schemas.microsoft.com/office/drawing/2014/main" id="{6D45804D-393D-797A-E20A-65D8AE089C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This document is submitted only for Code for Consent Challenge, organised by NeGD (a part of MeitY) and shall not be used for any other purpose.</a:t>
            </a:r>
          </a:p>
        </p:txBody>
      </p:sp>
      <p:sp>
        <p:nvSpPr>
          <p:cNvPr id="6" name="Slide Number Placeholder 5">
            <a:extLst>
              <a:ext uri="{FF2B5EF4-FFF2-40B4-BE49-F238E27FC236}">
                <a16:creationId xmlns:a16="http://schemas.microsoft.com/office/drawing/2014/main" id="{234B200E-A43A-08F3-4D45-8BBDAD9277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E1B0F3-C0B2-EB4B-9111-C633E81453EC}" type="slidenum">
              <a:rPr lang="en-US" smtClean="0"/>
              <a:t>‹#›</a:t>
            </a:fld>
            <a:endParaRPr lang="en-US"/>
          </a:p>
        </p:txBody>
      </p:sp>
    </p:spTree>
    <p:extLst>
      <p:ext uri="{BB962C8B-B14F-4D97-AF65-F5344CB8AC3E}">
        <p14:creationId xmlns:p14="http://schemas.microsoft.com/office/powerpoint/2010/main" val="32064213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91B95EF-045F-F5B8-A517-248F526F6E85}"/>
              </a:ext>
            </a:extLst>
          </p:cNvPr>
          <p:cNvSpPr>
            <a:spLocks noGrp="1"/>
          </p:cNvSpPr>
          <p:nvPr>
            <p:ph type="ftr" sz="quarter" idx="11"/>
          </p:nvPr>
        </p:nvSpPr>
        <p:spPr>
          <a:xfrm>
            <a:off x="3875813" y="6203950"/>
            <a:ext cx="4114800" cy="365125"/>
          </a:xfrm>
        </p:spPr>
        <p:txBody>
          <a:bodyPr/>
          <a:lstStyle/>
          <a:p>
            <a:r>
              <a:rPr lang="en-US"/>
              <a:t>This document is submitted only for Code for Consent Challenge, organised by NeGD (a part of MeitY) and shall not be used for any other purpose.</a:t>
            </a:r>
          </a:p>
        </p:txBody>
      </p:sp>
      <p:grpSp>
        <p:nvGrpSpPr>
          <p:cNvPr id="15" name="Group 14">
            <a:extLst>
              <a:ext uri="{FF2B5EF4-FFF2-40B4-BE49-F238E27FC236}">
                <a16:creationId xmlns:a16="http://schemas.microsoft.com/office/drawing/2014/main" id="{D516D967-CEB8-2B0E-FF61-017A3BB60110}"/>
              </a:ext>
            </a:extLst>
          </p:cNvPr>
          <p:cNvGrpSpPr/>
          <p:nvPr/>
        </p:nvGrpSpPr>
        <p:grpSpPr>
          <a:xfrm>
            <a:off x="4" y="13"/>
            <a:ext cx="12191996" cy="6857987"/>
            <a:chOff x="4" y="13"/>
            <a:chExt cx="12191996" cy="6857987"/>
          </a:xfrm>
        </p:grpSpPr>
        <p:grpSp>
          <p:nvGrpSpPr>
            <p:cNvPr id="12" name="Group 11">
              <a:extLst>
                <a:ext uri="{FF2B5EF4-FFF2-40B4-BE49-F238E27FC236}">
                  <a16:creationId xmlns:a16="http://schemas.microsoft.com/office/drawing/2014/main" id="{3D439719-25AE-D4D3-82DD-20FBE22D4A84}"/>
                </a:ext>
              </a:extLst>
            </p:cNvPr>
            <p:cNvGrpSpPr/>
            <p:nvPr/>
          </p:nvGrpSpPr>
          <p:grpSpPr>
            <a:xfrm>
              <a:off x="4" y="13"/>
              <a:ext cx="12191996" cy="6857987"/>
              <a:chOff x="-10385" y="0"/>
              <a:chExt cx="12191996" cy="6857987"/>
            </a:xfrm>
          </p:grpSpPr>
          <p:pic>
            <p:nvPicPr>
              <p:cNvPr id="5" name="Google Shape;99;p25">
                <a:extLst>
                  <a:ext uri="{FF2B5EF4-FFF2-40B4-BE49-F238E27FC236}">
                    <a16:creationId xmlns:a16="http://schemas.microsoft.com/office/drawing/2014/main" id="{311A96D8-390B-9E4C-E0FE-091D919A207B}"/>
                  </a:ext>
                </a:extLst>
              </p:cNvPr>
              <p:cNvPicPr preferRelativeResize="0"/>
              <p:nvPr/>
            </p:nvPicPr>
            <p:blipFill rotWithShape="1">
              <a:blip r:embed="rId2">
                <a:alphaModFix/>
              </a:blip>
              <a:srcRect/>
              <a:stretch/>
            </p:blipFill>
            <p:spPr>
              <a:xfrm>
                <a:off x="-10385" y="0"/>
                <a:ext cx="12191996" cy="6857987"/>
              </a:xfrm>
              <a:prstGeom prst="rect">
                <a:avLst/>
              </a:prstGeom>
              <a:noFill/>
              <a:ln>
                <a:noFill/>
              </a:ln>
            </p:spPr>
          </p:pic>
          <p:sp>
            <p:nvSpPr>
              <p:cNvPr id="7" name="Text Placeholder 3">
                <a:extLst>
                  <a:ext uri="{FF2B5EF4-FFF2-40B4-BE49-F238E27FC236}">
                    <a16:creationId xmlns:a16="http://schemas.microsoft.com/office/drawing/2014/main" id="{6041AE7B-7F3A-6DD7-5416-D2E84EACBDCC}"/>
                  </a:ext>
                </a:extLst>
              </p:cNvPr>
              <p:cNvSpPr txBox="1">
                <a:spLocks/>
              </p:cNvSpPr>
              <p:nvPr/>
            </p:nvSpPr>
            <p:spPr>
              <a:xfrm>
                <a:off x="827813" y="1825625"/>
                <a:ext cx="926962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None/>
                </a:pPr>
                <a:r>
                  <a:rPr lang="en-US" sz="3200" dirty="0">
                    <a:solidFill>
                      <a:schemeClr val="bg1"/>
                    </a:solidFill>
                    <a:latin typeface="Aptos" panose="020B0004020202020204" pitchFamily="34" charset="0"/>
                  </a:rPr>
                  <a:t>Functional Overview </a:t>
                </a:r>
              </a:p>
              <a:p>
                <a:pPr marL="114300" indent="0">
                  <a:buFont typeface="Arial" panose="020B0604020202020204" pitchFamily="34" charset="0"/>
                  <a:buNone/>
                </a:pPr>
                <a:endParaRPr lang="en-US" dirty="0"/>
              </a:p>
            </p:txBody>
          </p:sp>
          <p:grpSp>
            <p:nvGrpSpPr>
              <p:cNvPr id="11" name="Group 10">
                <a:extLst>
                  <a:ext uri="{FF2B5EF4-FFF2-40B4-BE49-F238E27FC236}">
                    <a16:creationId xmlns:a16="http://schemas.microsoft.com/office/drawing/2014/main" id="{9D5C8EAF-7553-1B2A-AB8E-F693B5E2A946}"/>
                  </a:ext>
                </a:extLst>
              </p:cNvPr>
              <p:cNvGrpSpPr/>
              <p:nvPr/>
            </p:nvGrpSpPr>
            <p:grpSpPr>
              <a:xfrm>
                <a:off x="3882797" y="159157"/>
                <a:ext cx="4260216" cy="6562318"/>
                <a:chOff x="3882797" y="159157"/>
                <a:chExt cx="4260216" cy="6562318"/>
              </a:xfrm>
            </p:grpSpPr>
            <p:sp>
              <p:nvSpPr>
                <p:cNvPr id="8" name="TextBox 7">
                  <a:extLst>
                    <a:ext uri="{FF2B5EF4-FFF2-40B4-BE49-F238E27FC236}">
                      <a16:creationId xmlns:a16="http://schemas.microsoft.com/office/drawing/2014/main" id="{A91FA63C-3BE7-8731-B533-E924FAF0A8B3}"/>
                    </a:ext>
                  </a:extLst>
                </p:cNvPr>
                <p:cNvSpPr txBox="1"/>
                <p:nvPr/>
              </p:nvSpPr>
              <p:spPr>
                <a:xfrm>
                  <a:off x="3882797" y="159157"/>
                  <a:ext cx="3521620" cy="276999"/>
                </a:xfrm>
                <a:prstGeom prst="rect">
                  <a:avLst/>
                </a:prstGeom>
                <a:noFill/>
              </p:spPr>
              <p:txBody>
                <a:bodyPr wrap="square" rtlCol="0">
                  <a:spAutoFit/>
                </a:bodyPr>
                <a:lstStyle/>
                <a:p>
                  <a:r>
                    <a:rPr lang="en-IN" sz="1200" b="0" i="0" u="none" strike="noStrike" dirty="0">
                      <a:solidFill>
                        <a:schemeClr val="accent1">
                          <a:lumMod val="40000"/>
                          <a:lumOff val="60000"/>
                        </a:schemeClr>
                      </a:solidFill>
                      <a:effectLst/>
                      <a:latin typeface="Aptos" panose="020B0004020202020204" pitchFamily="34" charset="0"/>
                    </a:rPr>
                    <a:t> “CONFIDENTIAL – FOR </a:t>
                  </a:r>
                  <a:r>
                    <a:rPr lang="en-IN" sz="1200" b="0" i="0" u="none" strike="noStrike" dirty="0" err="1">
                      <a:solidFill>
                        <a:schemeClr val="accent1">
                          <a:lumMod val="40000"/>
                          <a:lumOff val="60000"/>
                        </a:schemeClr>
                      </a:solidFill>
                      <a:effectLst/>
                      <a:latin typeface="Aptos" panose="020B0004020202020204" pitchFamily="34" charset="0"/>
                    </a:rPr>
                    <a:t>NeGDv</a:t>
                  </a:r>
                  <a:r>
                    <a:rPr lang="en-IN" sz="1200" b="0" i="0" u="none" strike="noStrike" dirty="0">
                      <a:solidFill>
                        <a:schemeClr val="accent1">
                          <a:lumMod val="40000"/>
                          <a:lumOff val="60000"/>
                        </a:schemeClr>
                      </a:solidFill>
                      <a:effectLst/>
                      <a:latin typeface="Aptos" panose="020B0004020202020204" pitchFamily="34" charset="0"/>
                    </a:rPr>
                    <a:t>(MeitY) USE ONLY”</a:t>
                  </a:r>
                  <a:endParaRPr lang="en-US" sz="1200" dirty="0">
                    <a:solidFill>
                      <a:schemeClr val="accent1">
                        <a:lumMod val="40000"/>
                        <a:lumOff val="60000"/>
                      </a:schemeClr>
                    </a:solidFill>
                    <a:latin typeface="Aptos" panose="020B0004020202020204" pitchFamily="34" charset="0"/>
                  </a:endParaRPr>
                </a:p>
              </p:txBody>
            </p:sp>
            <p:sp>
              <p:nvSpPr>
                <p:cNvPr id="9" name="Footer Placeholder 8">
                  <a:extLst>
                    <a:ext uri="{FF2B5EF4-FFF2-40B4-BE49-F238E27FC236}">
                      <a16:creationId xmlns:a16="http://schemas.microsoft.com/office/drawing/2014/main" id="{0E702230-226D-0F90-7011-35FF7E424492}"/>
                    </a:ext>
                  </a:extLst>
                </p:cNvPr>
                <p:cNvSpPr txBox="1">
                  <a:spLocks/>
                </p:cNvSpPr>
                <p:nvPr/>
              </p:nvSpPr>
              <p:spPr>
                <a:xfrm>
                  <a:off x="4028213"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This document is submitted only for Code for Consent Challenge, organized by NeGD (a part of MeitY) and shall not be used for any other purpose.</a:t>
                  </a:r>
                </a:p>
              </p:txBody>
            </p:sp>
          </p:grpSp>
        </p:grpSp>
        <p:sp>
          <p:nvSpPr>
            <p:cNvPr id="6" name="Title 2">
              <a:extLst>
                <a:ext uri="{FF2B5EF4-FFF2-40B4-BE49-F238E27FC236}">
                  <a16:creationId xmlns:a16="http://schemas.microsoft.com/office/drawing/2014/main" id="{CBAE86BF-47E4-2641-5AA5-AEE8CF7166C8}"/>
                </a:ext>
              </a:extLst>
            </p:cNvPr>
            <p:cNvSpPr txBox="1">
              <a:spLocks/>
            </p:cNvSpPr>
            <p:nvPr/>
          </p:nvSpPr>
          <p:spPr>
            <a:xfrm>
              <a:off x="827813"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chemeClr val="bg1"/>
                  </a:solidFill>
                  <a:latin typeface="Aptos" panose="020B0004020202020204" pitchFamily="34" charset="0"/>
                </a:rPr>
                <a:t>Jio Consent Management System</a:t>
              </a:r>
            </a:p>
          </p:txBody>
        </p:sp>
      </p:grpSp>
    </p:spTree>
    <p:extLst>
      <p:ext uri="{BB962C8B-B14F-4D97-AF65-F5344CB8AC3E}">
        <p14:creationId xmlns:p14="http://schemas.microsoft.com/office/powerpoint/2010/main" val="3352952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C2CEC-36A7-0A77-93F1-E9107C0D987C}"/>
              </a:ext>
            </a:extLst>
          </p:cNvPr>
          <p:cNvSpPr>
            <a:spLocks noGrp="1"/>
          </p:cNvSpPr>
          <p:nvPr>
            <p:ph type="title"/>
          </p:nvPr>
        </p:nvSpPr>
        <p:spPr/>
        <p:txBody>
          <a:bodyPr>
            <a:normAutofit fontScale="90000"/>
          </a:bodyPr>
          <a:lstStyle/>
          <a:p>
            <a:r>
              <a:rPr lang="en-IN" b="1" dirty="0">
                <a:solidFill>
                  <a:srgbClr val="374B80"/>
                </a:solidFill>
                <a:latin typeface="Aptos" panose="020B0004020202020204" pitchFamily="34" charset="0"/>
              </a:rPr>
              <a:t>Key Differentiator of Jio Consent Management System </a:t>
            </a:r>
            <a:br>
              <a:rPr lang="en-IN" dirty="0">
                <a:solidFill>
                  <a:srgbClr val="374B80"/>
                </a:solidFill>
                <a:effectLst/>
                <a:latin typeface="Helvetica" pitchFamily="2" charset="0"/>
              </a:rPr>
            </a:br>
            <a:endParaRPr lang="en-US" dirty="0"/>
          </a:p>
        </p:txBody>
      </p:sp>
      <p:sp>
        <p:nvSpPr>
          <p:cNvPr id="3" name="Content Placeholder 2">
            <a:extLst>
              <a:ext uri="{FF2B5EF4-FFF2-40B4-BE49-F238E27FC236}">
                <a16:creationId xmlns:a16="http://schemas.microsoft.com/office/drawing/2014/main" id="{9743B084-6EBC-313F-7D10-7E94DE73748D}"/>
              </a:ext>
            </a:extLst>
          </p:cNvPr>
          <p:cNvSpPr>
            <a:spLocks noGrp="1"/>
          </p:cNvSpPr>
          <p:nvPr>
            <p:ph idx="1"/>
          </p:nvPr>
        </p:nvSpPr>
        <p:spPr/>
        <p:txBody>
          <a:bodyPr>
            <a:normAutofit fontScale="70000" lnSpcReduction="20000"/>
          </a:bodyPr>
          <a:lstStyle/>
          <a:p>
            <a:pPr marL="457200" lvl="1" indent="0" algn="just">
              <a:buNone/>
            </a:pPr>
            <a:r>
              <a:rPr lang="en-IN" sz="2100" b="1" dirty="0">
                <a:solidFill>
                  <a:srgbClr val="4965AC"/>
                </a:solidFill>
                <a:latin typeface="Aptos" panose="020B0004020202020204" pitchFamily="34" charset="0"/>
              </a:rPr>
              <a:t>1)	It allows Data fiduciaries to download Certificate 65B to prove the consent immutability in court of law.</a:t>
            </a:r>
          </a:p>
          <a:p>
            <a:pPr marL="457200" lvl="1" indent="0" algn="just">
              <a:buNone/>
            </a:pPr>
            <a:r>
              <a:rPr lang="en-IN" sz="2300" dirty="0">
                <a:effectLst/>
                <a:latin typeface="Aptos" panose="020B0004020202020204" pitchFamily="34" charset="0"/>
              </a:rPr>
              <a:t>	65 B can be downloaded for consent immutability. </a:t>
            </a:r>
          </a:p>
          <a:p>
            <a:pPr marL="914400" lvl="1" indent="-457200" algn="just">
              <a:buFont typeface="+mj-lt"/>
              <a:buAutoNum type="arabicParenR"/>
            </a:pPr>
            <a:endParaRPr lang="en-IN" sz="2100" b="1" dirty="0">
              <a:solidFill>
                <a:srgbClr val="4965AC"/>
              </a:solidFill>
              <a:latin typeface="Aptos" panose="020B0004020202020204" pitchFamily="34" charset="0"/>
            </a:endParaRPr>
          </a:p>
          <a:p>
            <a:pPr marL="457200" lvl="1" indent="0" algn="just">
              <a:buNone/>
            </a:pPr>
            <a:r>
              <a:rPr lang="en-IN" sz="2100" b="1" dirty="0">
                <a:solidFill>
                  <a:srgbClr val="4965AC"/>
                </a:solidFill>
                <a:latin typeface="Aptos" panose="020B0004020202020204" pitchFamily="34" charset="0"/>
              </a:rPr>
              <a:t>2)	Empanelled Agency VAPT Certified - Certificate in GitHub repository. </a:t>
            </a:r>
          </a:p>
          <a:p>
            <a:pPr marL="914400" lvl="1" indent="-457200" algn="just">
              <a:buFont typeface="+mj-lt"/>
              <a:buAutoNum type="arabicParenR"/>
            </a:pPr>
            <a:endParaRPr lang="en-IN" sz="2100" b="1" dirty="0">
              <a:solidFill>
                <a:srgbClr val="4965AC"/>
              </a:solidFill>
              <a:latin typeface="Aptos" panose="020B0004020202020204" pitchFamily="34" charset="0"/>
            </a:endParaRPr>
          </a:p>
          <a:p>
            <a:pPr marL="457200" lvl="1" indent="0" algn="just">
              <a:buNone/>
            </a:pPr>
            <a:r>
              <a:rPr lang="en-IN" sz="2100" b="1" dirty="0">
                <a:solidFill>
                  <a:srgbClr val="4965AC"/>
                </a:solidFill>
                <a:latin typeface="Aptos" panose="020B0004020202020204" pitchFamily="34" charset="0"/>
              </a:rPr>
              <a:t>3)	Granular Consent Customisation </a:t>
            </a:r>
          </a:p>
          <a:p>
            <a:pPr marL="457200" lvl="1" indent="0" algn="just">
              <a:buNone/>
            </a:pPr>
            <a:r>
              <a:rPr lang="en-IN" sz="2300" dirty="0">
                <a:effectLst/>
                <a:latin typeface="Aptos" panose="020B0004020202020204" pitchFamily="34" charset="0"/>
              </a:rPr>
              <a:t>	Enable users to give purpose-specific, time-bound, and revocable consent per data type with intuitive 	dashboards that translate legal jargon into human-friendly language. </a:t>
            </a:r>
          </a:p>
          <a:p>
            <a:pPr marL="914400" lvl="1" indent="-457200" algn="just">
              <a:buFont typeface="+mj-lt"/>
              <a:buAutoNum type="arabicPeriod"/>
            </a:pPr>
            <a:endParaRPr lang="en-IN" sz="2300" dirty="0">
              <a:effectLst/>
              <a:latin typeface="Aptos" panose="020B0004020202020204" pitchFamily="34" charset="0"/>
            </a:endParaRPr>
          </a:p>
          <a:p>
            <a:pPr marL="457200" lvl="1" indent="0" algn="just">
              <a:buNone/>
            </a:pPr>
            <a:r>
              <a:rPr lang="en-IN" sz="2100" b="1" dirty="0">
                <a:solidFill>
                  <a:srgbClr val="4965AC"/>
                </a:solidFill>
                <a:latin typeface="Aptos" panose="020B0004020202020204" pitchFamily="34" charset="0"/>
              </a:rPr>
              <a:t>4)	Cryptographically Verifiable Consent Artefact and Immutable Audit Trail </a:t>
            </a:r>
          </a:p>
          <a:p>
            <a:pPr marL="457200" lvl="1" indent="0" algn="just">
              <a:buNone/>
            </a:pPr>
            <a:r>
              <a:rPr lang="en-IN" sz="2300" dirty="0">
                <a:effectLst/>
                <a:latin typeface="Aptos" panose="020B0004020202020204" pitchFamily="34" charset="0"/>
              </a:rPr>
              <a:t>	Generates cryptographically verifiable consent artefacts (Digitally Signed by the Data fiduciary and 	certificates (Keys) generated </a:t>
            </a:r>
            <a:r>
              <a:rPr lang="en-IN" sz="2300" dirty="0">
                <a:latin typeface="Aptos" panose="020B0004020202020204" pitchFamily="34" charset="0"/>
              </a:rPr>
              <a:t>in the Jio </a:t>
            </a:r>
            <a:r>
              <a:rPr lang="en-IN" sz="2300" dirty="0">
                <a:effectLst/>
                <a:latin typeface="Aptos" panose="020B0004020202020204" pitchFamily="34" charset="0"/>
              </a:rPr>
              <a:t>Consent Management System vault. Generates with timestamped 	immutable logs, ensuring compliance audit readiness. </a:t>
            </a:r>
          </a:p>
          <a:p>
            <a:pPr marL="914400" lvl="1" indent="-457200" algn="just">
              <a:buFont typeface="+mj-lt"/>
              <a:buAutoNum type="arabicPeriod"/>
            </a:pPr>
            <a:endParaRPr lang="en-IN" sz="2300" dirty="0">
              <a:effectLst/>
              <a:latin typeface="Aptos" panose="020B0004020202020204" pitchFamily="34" charset="0"/>
            </a:endParaRPr>
          </a:p>
          <a:p>
            <a:pPr marL="457200" lvl="1" indent="0" algn="just">
              <a:buNone/>
            </a:pPr>
            <a:r>
              <a:rPr lang="en-IN" sz="2100" b="1" dirty="0">
                <a:solidFill>
                  <a:srgbClr val="4965AC"/>
                </a:solidFill>
                <a:latin typeface="Aptos" panose="020B0004020202020204" pitchFamily="34" charset="0"/>
              </a:rPr>
              <a:t>5)	Offline Consent Collection at Point of Sale (POS) where Personal Data Is Required </a:t>
            </a:r>
          </a:p>
          <a:p>
            <a:pPr marL="457200" lvl="1" indent="0" algn="just">
              <a:buNone/>
            </a:pPr>
            <a:r>
              <a:rPr lang="en-IN" sz="2300" dirty="0">
                <a:effectLst/>
                <a:latin typeface="Aptos" panose="020B0004020202020204" pitchFamily="34" charset="0"/>
              </a:rPr>
              <a:t>	It empowers businesses to securely collect consent from walk-in customers when personal data is needed. 	The system generates a time-bound consent request that can be shared via SMS, WhatsApp, Email, or 	displayed as a QR code at the counter. Customers can scan or open the link on their device to review and 	approve, ensuring compliance, convenience, and a frictionless in-store experience. </a:t>
            </a:r>
          </a:p>
          <a:p>
            <a:pPr marL="971550" lvl="1" indent="-514350">
              <a:buFont typeface="+mj-lt"/>
              <a:buAutoNum type="arabicPeriod"/>
            </a:pPr>
            <a:endParaRPr lang="en-IN" sz="2600" dirty="0">
              <a:effectLst/>
              <a:latin typeface="Aptos" panose="020B0004020202020204" pitchFamily="34" charset="0"/>
            </a:endParaRPr>
          </a:p>
          <a:p>
            <a:endParaRPr lang="en-US" dirty="0">
              <a:latin typeface="Aptos" panose="020B0004020202020204" pitchFamily="34" charset="0"/>
            </a:endParaRPr>
          </a:p>
        </p:txBody>
      </p:sp>
      <p:sp>
        <p:nvSpPr>
          <p:cNvPr id="4" name="Footer Placeholder 3">
            <a:extLst>
              <a:ext uri="{FF2B5EF4-FFF2-40B4-BE49-F238E27FC236}">
                <a16:creationId xmlns:a16="http://schemas.microsoft.com/office/drawing/2014/main" id="{880F0237-8733-4117-E23E-B6A5B1B33CF8}"/>
              </a:ext>
            </a:extLst>
          </p:cNvPr>
          <p:cNvSpPr>
            <a:spLocks noGrp="1"/>
          </p:cNvSpPr>
          <p:nvPr>
            <p:ph type="ftr" sz="quarter" idx="11"/>
          </p:nvPr>
        </p:nvSpPr>
        <p:spPr/>
        <p:txBody>
          <a:bodyPr/>
          <a:lstStyle/>
          <a:p>
            <a:r>
              <a:rPr lang="en-US" dirty="0"/>
              <a:t>This document is submitted only for Code for Consent Challenge, </a:t>
            </a:r>
            <a:r>
              <a:rPr lang="en-US" dirty="0" err="1"/>
              <a:t>organised</a:t>
            </a:r>
            <a:r>
              <a:rPr lang="en-US" dirty="0"/>
              <a:t> by NeGD (a part of MeitY) and shall not be used for any other purpose.</a:t>
            </a:r>
          </a:p>
        </p:txBody>
      </p:sp>
    </p:spTree>
    <p:extLst>
      <p:ext uri="{BB962C8B-B14F-4D97-AF65-F5344CB8AC3E}">
        <p14:creationId xmlns:p14="http://schemas.microsoft.com/office/powerpoint/2010/main" val="2878542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DD3EE-7962-1CF4-1539-A1C0798D6016}"/>
              </a:ext>
            </a:extLst>
          </p:cNvPr>
          <p:cNvSpPr>
            <a:spLocks noGrp="1"/>
          </p:cNvSpPr>
          <p:nvPr>
            <p:ph type="title"/>
          </p:nvPr>
        </p:nvSpPr>
        <p:spPr/>
        <p:txBody>
          <a:bodyPr/>
          <a:lstStyle/>
          <a:p>
            <a:r>
              <a:rPr lang="en-US" sz="4000" b="1" dirty="0">
                <a:solidFill>
                  <a:srgbClr val="374B80"/>
                </a:solidFill>
                <a:latin typeface="Aptos" panose="020B0004020202020204" pitchFamily="34" charset="0"/>
              </a:rPr>
              <a:t>Functional Overview</a:t>
            </a:r>
          </a:p>
        </p:txBody>
      </p:sp>
      <p:sp>
        <p:nvSpPr>
          <p:cNvPr id="3" name="Content Placeholder 2">
            <a:extLst>
              <a:ext uri="{FF2B5EF4-FFF2-40B4-BE49-F238E27FC236}">
                <a16:creationId xmlns:a16="http://schemas.microsoft.com/office/drawing/2014/main" id="{9CC5C173-F012-230F-8F62-EB0E24E7F252}"/>
              </a:ext>
            </a:extLst>
          </p:cNvPr>
          <p:cNvSpPr>
            <a:spLocks noGrp="1"/>
          </p:cNvSpPr>
          <p:nvPr>
            <p:ph idx="1"/>
          </p:nvPr>
        </p:nvSpPr>
        <p:spPr/>
        <p:txBody>
          <a:bodyPr>
            <a:normAutofit fontScale="85000" lnSpcReduction="20000"/>
          </a:bodyPr>
          <a:lstStyle/>
          <a:p>
            <a:pPr marL="457200" indent="-457200">
              <a:lnSpc>
                <a:spcPct val="150000"/>
              </a:lnSpc>
              <a:buFont typeface="+mj-lt"/>
              <a:buAutoNum type="arabicPeriod"/>
            </a:pPr>
            <a:r>
              <a:rPr lang="en-IN" sz="2000" b="1" dirty="0">
                <a:latin typeface="Aptos" panose="020B0004020202020204" pitchFamily="34" charset="0"/>
              </a:rPr>
              <a:t>Consent Management Lifecycle </a:t>
            </a:r>
          </a:p>
          <a:p>
            <a:pPr marL="457200" indent="-457200">
              <a:lnSpc>
                <a:spcPct val="150000"/>
              </a:lnSpc>
              <a:buFont typeface="+mj-lt"/>
              <a:buAutoNum type="arabicPeriod"/>
            </a:pPr>
            <a:r>
              <a:rPr lang="en-US" sz="2000" b="1" dirty="0">
                <a:latin typeface="Aptos" panose="020B0004020202020204" pitchFamily="34" charset="0"/>
              </a:rPr>
              <a:t>Cookie Consent Management Lifecycle</a:t>
            </a:r>
          </a:p>
          <a:p>
            <a:pPr marL="457200" indent="-457200">
              <a:lnSpc>
                <a:spcPct val="150000"/>
              </a:lnSpc>
              <a:buFont typeface="+mj-lt"/>
              <a:buAutoNum type="arabicPeriod"/>
            </a:pPr>
            <a:r>
              <a:rPr lang="en-IN" sz="2000" b="1" dirty="0">
                <a:latin typeface="Aptos" panose="020B0004020202020204" pitchFamily="34" charset="0"/>
              </a:rPr>
              <a:t>Grievance &amp; Rights Management </a:t>
            </a:r>
          </a:p>
          <a:p>
            <a:pPr marL="457200" indent="-457200">
              <a:lnSpc>
                <a:spcPct val="150000"/>
              </a:lnSpc>
              <a:buFont typeface="+mj-lt"/>
              <a:buAutoNum type="arabicPeriod"/>
            </a:pPr>
            <a:r>
              <a:rPr lang="en-IN" sz="2000" b="1" dirty="0">
                <a:latin typeface="Aptos" panose="020B0004020202020204" pitchFamily="34" charset="0"/>
              </a:rPr>
              <a:t>Notification &amp; Communication Services</a:t>
            </a:r>
          </a:p>
          <a:p>
            <a:pPr marL="457200" indent="-457200">
              <a:lnSpc>
                <a:spcPct val="150000"/>
              </a:lnSpc>
              <a:buFont typeface="+mj-lt"/>
              <a:buAutoNum type="arabicPeriod"/>
            </a:pPr>
            <a:r>
              <a:rPr lang="en-IN" sz="2000" b="1" dirty="0">
                <a:latin typeface="Aptos" panose="020B0004020202020204" pitchFamily="34" charset="0"/>
              </a:rPr>
              <a:t>Audit &amp; Compliance </a:t>
            </a:r>
          </a:p>
          <a:p>
            <a:pPr marL="457200" indent="-457200">
              <a:lnSpc>
                <a:spcPct val="150000"/>
              </a:lnSpc>
              <a:buFont typeface="+mj-lt"/>
              <a:buAutoNum type="arabicPeriod"/>
            </a:pPr>
            <a:r>
              <a:rPr lang="en-IN" sz="2000" b="1" dirty="0">
                <a:latin typeface="Aptos" panose="020B0004020202020204" pitchFamily="34" charset="0"/>
              </a:rPr>
              <a:t>CMS Portal &amp; Admin Console </a:t>
            </a:r>
          </a:p>
          <a:p>
            <a:pPr marL="457200" indent="-457200">
              <a:lnSpc>
                <a:spcPct val="150000"/>
              </a:lnSpc>
              <a:buFont typeface="+mj-lt"/>
              <a:buAutoNum type="arabicPeriod"/>
            </a:pPr>
            <a:r>
              <a:rPr lang="en-IN" sz="2000" b="1" dirty="0">
                <a:latin typeface="Aptos" panose="020B0004020202020204" pitchFamily="34" charset="0"/>
              </a:rPr>
              <a:t>Identity, Access &amp; RBAC </a:t>
            </a:r>
          </a:p>
          <a:p>
            <a:pPr marL="457200" indent="-457200">
              <a:lnSpc>
                <a:spcPct val="150000"/>
              </a:lnSpc>
              <a:buFont typeface="+mj-lt"/>
              <a:buAutoNum type="arabicPeriod"/>
            </a:pPr>
            <a:r>
              <a:rPr lang="en-IN" sz="2000" b="1" dirty="0">
                <a:latin typeface="Aptos" panose="020B0004020202020204" pitchFamily="34" charset="0"/>
              </a:rPr>
              <a:t>Integration Framework </a:t>
            </a:r>
          </a:p>
          <a:p>
            <a:pPr marL="457200" indent="-457200">
              <a:lnSpc>
                <a:spcPct val="150000"/>
              </a:lnSpc>
              <a:buFont typeface="+mj-lt"/>
              <a:buAutoNum type="arabicPeriod"/>
            </a:pPr>
            <a:r>
              <a:rPr lang="en-IN" sz="2000" b="1" dirty="0">
                <a:latin typeface="Aptos" panose="020B0004020202020204" pitchFamily="34" charset="0"/>
              </a:rPr>
              <a:t>Cross-Cutting Platform Services </a:t>
            </a:r>
          </a:p>
          <a:p>
            <a:pPr marL="0" indent="0">
              <a:buNone/>
            </a:pPr>
            <a:endParaRPr lang="en-IN" sz="1400" dirty="0">
              <a:effectLst/>
              <a:latin typeface="Helvetica" pitchFamily="2" charset="0"/>
            </a:endParaRPr>
          </a:p>
          <a:p>
            <a:pPr marL="0" indent="0">
              <a:buNone/>
            </a:pPr>
            <a:endParaRPr lang="en-US" sz="2000" b="1" dirty="0">
              <a:latin typeface="Aptos" panose="020B0004020202020204" pitchFamily="34" charset="0"/>
            </a:endParaRPr>
          </a:p>
        </p:txBody>
      </p:sp>
      <p:sp>
        <p:nvSpPr>
          <p:cNvPr id="4" name="Footer Placeholder 3">
            <a:extLst>
              <a:ext uri="{FF2B5EF4-FFF2-40B4-BE49-F238E27FC236}">
                <a16:creationId xmlns:a16="http://schemas.microsoft.com/office/drawing/2014/main" id="{14190465-14D5-B447-4EFC-6048743D7DEF}"/>
              </a:ext>
            </a:extLst>
          </p:cNvPr>
          <p:cNvSpPr>
            <a:spLocks noGrp="1"/>
          </p:cNvSpPr>
          <p:nvPr>
            <p:ph type="ftr" sz="quarter" idx="11"/>
          </p:nvPr>
        </p:nvSpPr>
        <p:spPr/>
        <p:txBody>
          <a:bodyPr/>
          <a:lstStyle/>
          <a:p>
            <a:r>
              <a:rPr lang="en-US"/>
              <a:t>This document is submitted only for Code for Consent Challenge, organised by NeGD (a part of MeitY) and shall not be used for any other purpose.</a:t>
            </a:r>
          </a:p>
        </p:txBody>
      </p:sp>
    </p:spTree>
    <p:extLst>
      <p:ext uri="{BB962C8B-B14F-4D97-AF65-F5344CB8AC3E}">
        <p14:creationId xmlns:p14="http://schemas.microsoft.com/office/powerpoint/2010/main" val="3620660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D352EA1-64C9-3CEA-703D-A98DD851E4EC}"/>
              </a:ext>
            </a:extLst>
          </p:cNvPr>
          <p:cNvSpPr>
            <a:spLocks noGrp="1"/>
          </p:cNvSpPr>
          <p:nvPr>
            <p:ph type="ftr" sz="quarter" idx="11"/>
          </p:nvPr>
        </p:nvSpPr>
        <p:spPr/>
        <p:txBody>
          <a:bodyPr/>
          <a:lstStyle/>
          <a:p>
            <a:r>
              <a:rPr lang="en-US"/>
              <a:t>This document is submitted only for Code for Consent Challenge, organised by NeGD (a part of MeitY) and shall not be used for any other purpose.</a:t>
            </a:r>
          </a:p>
        </p:txBody>
      </p:sp>
      <p:pic>
        <p:nvPicPr>
          <p:cNvPr id="5" name="Google Shape;226;p17">
            <a:extLst>
              <a:ext uri="{FF2B5EF4-FFF2-40B4-BE49-F238E27FC236}">
                <a16:creationId xmlns:a16="http://schemas.microsoft.com/office/drawing/2014/main" id="{402905F9-CC0F-34B7-FBB7-E5A7E60FE670}"/>
              </a:ext>
            </a:extLst>
          </p:cNvPr>
          <p:cNvPicPr preferRelativeResize="0"/>
          <p:nvPr/>
        </p:nvPicPr>
        <p:blipFill rotWithShape="1">
          <a:blip r:embed="rId2">
            <a:alphaModFix/>
          </a:blip>
          <a:srcRect/>
          <a:stretch/>
        </p:blipFill>
        <p:spPr>
          <a:xfrm>
            <a:off x="856977" y="130223"/>
            <a:ext cx="4879770" cy="6585320"/>
          </a:xfrm>
          <a:prstGeom prst="rect">
            <a:avLst/>
          </a:prstGeom>
          <a:noFill/>
          <a:ln>
            <a:noFill/>
          </a:ln>
        </p:spPr>
      </p:pic>
      <p:pic>
        <p:nvPicPr>
          <p:cNvPr id="6" name="Google Shape;227;p17">
            <a:extLst>
              <a:ext uri="{FF2B5EF4-FFF2-40B4-BE49-F238E27FC236}">
                <a16:creationId xmlns:a16="http://schemas.microsoft.com/office/drawing/2014/main" id="{47B3B00F-67EB-C7EC-C28B-25B911B44E24}"/>
              </a:ext>
            </a:extLst>
          </p:cNvPr>
          <p:cNvPicPr preferRelativeResize="0"/>
          <p:nvPr/>
        </p:nvPicPr>
        <p:blipFill rotWithShape="1">
          <a:blip r:embed="rId3">
            <a:alphaModFix/>
          </a:blip>
          <a:srcRect/>
          <a:stretch/>
        </p:blipFill>
        <p:spPr>
          <a:xfrm>
            <a:off x="6096000" y="130223"/>
            <a:ext cx="4879770" cy="6498759"/>
          </a:xfrm>
          <a:prstGeom prst="rect">
            <a:avLst/>
          </a:prstGeom>
          <a:noFill/>
          <a:ln>
            <a:noFill/>
          </a:ln>
        </p:spPr>
      </p:pic>
    </p:spTree>
    <p:extLst>
      <p:ext uri="{BB962C8B-B14F-4D97-AF65-F5344CB8AC3E}">
        <p14:creationId xmlns:p14="http://schemas.microsoft.com/office/powerpoint/2010/main" val="11044006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063ACE-FB93-F997-FCCA-516C9D308719}"/>
              </a:ext>
            </a:extLst>
          </p:cNvPr>
          <p:cNvSpPr>
            <a:spLocks noGrp="1"/>
          </p:cNvSpPr>
          <p:nvPr>
            <p:ph idx="1"/>
          </p:nvPr>
        </p:nvSpPr>
        <p:spPr/>
        <p:txBody>
          <a:bodyPr/>
          <a:lstStyle/>
          <a:p>
            <a:pPr marL="0" indent="0">
              <a:buNone/>
            </a:pPr>
            <a:r>
              <a:rPr lang="en-US" dirty="0"/>
              <a:t>VA PT report</a:t>
            </a:r>
          </a:p>
        </p:txBody>
      </p:sp>
      <p:sp>
        <p:nvSpPr>
          <p:cNvPr id="4" name="Footer Placeholder 3">
            <a:extLst>
              <a:ext uri="{FF2B5EF4-FFF2-40B4-BE49-F238E27FC236}">
                <a16:creationId xmlns:a16="http://schemas.microsoft.com/office/drawing/2014/main" id="{17CFE271-5868-F53A-3003-C7C0910CC689}"/>
              </a:ext>
            </a:extLst>
          </p:cNvPr>
          <p:cNvSpPr>
            <a:spLocks noGrp="1"/>
          </p:cNvSpPr>
          <p:nvPr>
            <p:ph type="ftr" sz="quarter" idx="11"/>
          </p:nvPr>
        </p:nvSpPr>
        <p:spPr/>
        <p:txBody>
          <a:bodyPr/>
          <a:lstStyle/>
          <a:p>
            <a:r>
              <a:rPr lang="en-US"/>
              <a:t>This document is submitted only for Code for Consent Challenge, organised by NeGD (a part of MeitY) and shall not be used for any other purpose.</a:t>
            </a:r>
          </a:p>
        </p:txBody>
      </p:sp>
    </p:spTree>
    <p:extLst>
      <p:ext uri="{BB962C8B-B14F-4D97-AF65-F5344CB8AC3E}">
        <p14:creationId xmlns:p14="http://schemas.microsoft.com/office/powerpoint/2010/main" val="553858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0C948-760A-8160-5518-F31ABB506A74}"/>
              </a:ext>
            </a:extLst>
          </p:cNvPr>
          <p:cNvSpPr>
            <a:spLocks noGrp="1"/>
          </p:cNvSpPr>
          <p:nvPr>
            <p:ph type="title"/>
          </p:nvPr>
        </p:nvSpPr>
        <p:spPr/>
        <p:txBody>
          <a:bodyPr/>
          <a:lstStyle/>
          <a:p>
            <a:r>
              <a:rPr lang="en-IN" sz="4000" b="1" dirty="0">
                <a:solidFill>
                  <a:srgbClr val="374B80"/>
                </a:solidFill>
                <a:latin typeface="Aptos" panose="020B0004020202020204" pitchFamily="34" charset="0"/>
              </a:rPr>
              <a:t>Consent Management Lifecycle</a:t>
            </a:r>
            <a:endParaRPr lang="en-US" sz="4000" b="1" dirty="0">
              <a:solidFill>
                <a:srgbClr val="374B80"/>
              </a:solidFill>
              <a:latin typeface="Aptos" panose="020B0004020202020204" pitchFamily="34" charset="0"/>
            </a:endParaRPr>
          </a:p>
        </p:txBody>
      </p:sp>
      <p:sp>
        <p:nvSpPr>
          <p:cNvPr id="3" name="Content Placeholder 2">
            <a:extLst>
              <a:ext uri="{FF2B5EF4-FFF2-40B4-BE49-F238E27FC236}">
                <a16:creationId xmlns:a16="http://schemas.microsoft.com/office/drawing/2014/main" id="{266D7E98-CD32-2644-65FF-9DEEC0FB5E9F}"/>
              </a:ext>
            </a:extLst>
          </p:cNvPr>
          <p:cNvSpPr>
            <a:spLocks noGrp="1"/>
          </p:cNvSpPr>
          <p:nvPr>
            <p:ph idx="1"/>
          </p:nvPr>
        </p:nvSpPr>
        <p:spPr/>
        <p:txBody>
          <a:bodyPr>
            <a:normAutofit fontScale="85000" lnSpcReduction="20000"/>
          </a:bodyPr>
          <a:lstStyle/>
          <a:p>
            <a:pPr marL="800100" lvl="1" indent="-342900" algn="just">
              <a:spcBef>
                <a:spcPts val="1000"/>
              </a:spcBef>
              <a:buFont typeface="+mj-lt"/>
              <a:buAutoNum type="arabicParenR"/>
            </a:pPr>
            <a:r>
              <a:rPr lang="en-IN" sz="1600" b="1" dirty="0">
                <a:solidFill>
                  <a:srgbClr val="4A66AC"/>
                </a:solidFill>
                <a:effectLst/>
                <a:latin typeface="Aptos" panose="020B0004020202020204" pitchFamily="34" charset="0"/>
                <a:ea typeface="Times New Roman" panose="02020603050405020304" pitchFamily="18" charset="0"/>
                <a:cs typeface="Times New Roman" panose="02020603050405020304" pitchFamily="18" charset="0"/>
              </a:rPr>
              <a:t>Consent Creation (Grant)</a:t>
            </a:r>
            <a:r>
              <a:rPr lang="en-IN" sz="1600" b="0" dirty="0">
                <a:solidFill>
                  <a:srgbClr val="4A66AC"/>
                </a:solidFill>
                <a:effectLst/>
                <a:latin typeface="Aptos" panose="020B0004020202020204" pitchFamily="34" charset="0"/>
                <a:ea typeface="Times New Roman" panose="02020603050405020304" pitchFamily="18" charset="0"/>
                <a:cs typeface="Times New Roman" panose="02020603050405020304" pitchFamily="18" charset="0"/>
              </a:rPr>
              <a:t>	</a:t>
            </a:r>
            <a:r>
              <a:rPr lang="en-IN" sz="1600" dirty="0">
                <a:effectLst/>
                <a:latin typeface="Aptos" panose="020B0004020202020204" pitchFamily="34" charset="0"/>
                <a:ea typeface="Times New Roman" panose="02020603050405020304" pitchFamily="18" charset="0"/>
              </a:rPr>
              <a:t>Allows Data Principals to provide consent through an embedded, secure 					UI. Captures purpose, data categories, processors, and validity with a 						digitally signed consent artifact.</a:t>
            </a:r>
          </a:p>
          <a:p>
            <a:pPr marL="800100" lvl="1" indent="-342900" algn="just">
              <a:spcBef>
                <a:spcPts val="1000"/>
              </a:spcBef>
              <a:buFont typeface="+mj-lt"/>
              <a:buAutoNum type="arabicParenR"/>
            </a:pPr>
            <a:r>
              <a:rPr lang="en-IN" sz="1600" b="1" dirty="0">
                <a:solidFill>
                  <a:srgbClr val="4A66AC"/>
                </a:solidFill>
                <a:effectLst/>
                <a:latin typeface="Aptos" panose="020B0004020202020204" pitchFamily="34" charset="0"/>
                <a:ea typeface="Times New Roman" panose="02020603050405020304" pitchFamily="18" charset="0"/>
                <a:cs typeface="Times New Roman" panose="02020603050405020304" pitchFamily="18" charset="0"/>
              </a:rPr>
              <a:t>Consent Update / Modification</a:t>
            </a:r>
            <a:r>
              <a:rPr lang="en-IN" sz="1600" dirty="0">
                <a:solidFill>
                  <a:srgbClr val="4A66AC"/>
                </a:solidFill>
                <a:latin typeface="Aptos" panose="020B0004020202020204" pitchFamily="34" charset="0"/>
                <a:ea typeface="Times New Roman" panose="02020603050405020304" pitchFamily="18" charset="0"/>
                <a:cs typeface="Times New Roman" panose="02020603050405020304" pitchFamily="18" charset="0"/>
              </a:rPr>
              <a:t> 	</a:t>
            </a:r>
            <a:r>
              <a:rPr lang="en-IN" sz="1600" dirty="0">
                <a:effectLst/>
                <a:latin typeface="Aptos" panose="020B0004020202020204" pitchFamily="34" charset="0"/>
                <a:ea typeface="Times New Roman" panose="02020603050405020304" pitchFamily="18" charset="0"/>
              </a:rPr>
              <a:t>Enables Data Fiduciaries to update purpose, processors, or processing activities. 					Automatically triggers a re-consent workflow ensuring the Data Principal reviews 					and accepts updated terms</a:t>
            </a:r>
          </a:p>
          <a:p>
            <a:pPr marL="800100" lvl="1" indent="-342900" algn="just">
              <a:spcBef>
                <a:spcPts val="1000"/>
              </a:spcBef>
              <a:buFont typeface="+mj-lt"/>
              <a:buAutoNum type="arabicParenR"/>
            </a:pPr>
            <a:r>
              <a:rPr lang="en-IN" sz="1600" b="1" dirty="0">
                <a:solidFill>
                  <a:srgbClr val="4A66AC"/>
                </a:solidFill>
                <a:effectLst/>
                <a:latin typeface="Aptos" panose="020B0004020202020204" pitchFamily="34" charset="0"/>
                <a:ea typeface="Times New Roman" panose="02020603050405020304" pitchFamily="18" charset="0"/>
                <a:cs typeface="Times New Roman" panose="02020603050405020304" pitchFamily="18" charset="0"/>
              </a:rPr>
              <a:t>Consent Withdrawal		</a:t>
            </a:r>
            <a:r>
              <a:rPr lang="en-IN" sz="1600" dirty="0">
                <a:effectLst/>
                <a:latin typeface="Aptos" panose="020B0004020202020204" pitchFamily="34" charset="0"/>
                <a:ea typeface="Times New Roman" panose="02020603050405020304" pitchFamily="18" charset="0"/>
              </a:rPr>
              <a:t>Allows users to withdraw consent at any time through dashboard or via DF-linked 					UI. Withdrawal is logged immutably and triggers DF/processor callbacks for data 					stoppage.</a:t>
            </a:r>
          </a:p>
          <a:p>
            <a:pPr marL="800100" lvl="1" indent="-342900" algn="just">
              <a:spcBef>
                <a:spcPts val="1000"/>
              </a:spcBef>
              <a:buFont typeface="+mj-lt"/>
              <a:buAutoNum type="arabicParenR"/>
            </a:pPr>
            <a:r>
              <a:rPr lang="en-IN" sz="1600" b="1" dirty="0">
                <a:solidFill>
                  <a:srgbClr val="4A66AC"/>
                </a:solidFill>
                <a:effectLst/>
                <a:latin typeface="Aptos" panose="020B0004020202020204" pitchFamily="34" charset="0"/>
                <a:ea typeface="Times New Roman" panose="02020603050405020304" pitchFamily="18" charset="0"/>
                <a:cs typeface="Times New Roman" panose="02020603050405020304" pitchFamily="18" charset="0"/>
              </a:rPr>
              <a:t>Consent Renewal</a:t>
            </a:r>
            <a:r>
              <a:rPr lang="en-IN" sz="1600" b="1" dirty="0">
                <a:solidFill>
                  <a:srgbClr val="4A66AC"/>
                </a:solidFill>
                <a:latin typeface="Aptos" panose="020B0004020202020204" pitchFamily="34" charset="0"/>
                <a:ea typeface="Times New Roman" panose="02020603050405020304" pitchFamily="18" charset="0"/>
                <a:cs typeface="Times New Roman" panose="02020603050405020304" pitchFamily="18" charset="0"/>
              </a:rPr>
              <a:t>		</a:t>
            </a:r>
            <a:r>
              <a:rPr lang="en-IN" sz="1600" dirty="0">
                <a:effectLst/>
                <a:latin typeface="Aptos" panose="020B0004020202020204" pitchFamily="34" charset="0"/>
                <a:ea typeface="Times New Roman" panose="02020603050405020304" pitchFamily="18" charset="0"/>
              </a:rPr>
              <a:t>Automatically notifies Data Principals when consent is approaching expiration. 					Provides a streamlined re-approval flow with versioned artifacts.</a:t>
            </a:r>
          </a:p>
          <a:p>
            <a:pPr marL="800100" lvl="1" indent="-342900" algn="just">
              <a:spcBef>
                <a:spcPts val="1000"/>
              </a:spcBef>
              <a:buFont typeface="+mj-lt"/>
              <a:buAutoNum type="arabicParenR"/>
            </a:pPr>
            <a:r>
              <a:rPr lang="en-IN" sz="1600" b="1" dirty="0">
                <a:solidFill>
                  <a:srgbClr val="4A66AC"/>
                </a:solidFill>
                <a:effectLst/>
                <a:latin typeface="Aptos" panose="020B0004020202020204" pitchFamily="34" charset="0"/>
                <a:ea typeface="Times New Roman" panose="02020603050405020304" pitchFamily="18" charset="0"/>
                <a:cs typeface="Times New Roman" panose="02020603050405020304" pitchFamily="18" charset="0"/>
              </a:rPr>
              <a:t>Consent Audit Trail		</a:t>
            </a:r>
            <a:r>
              <a:rPr lang="en-IN" sz="1600" dirty="0">
                <a:effectLst/>
                <a:latin typeface="Aptos" panose="020B0004020202020204" pitchFamily="34" charset="0"/>
                <a:ea typeface="Times New Roman" panose="02020603050405020304" pitchFamily="18" charset="0"/>
              </a:rPr>
              <a:t>Each consent action generates an append-only immutable record containing 					hashes, timestamps, actor identity, and cryptographic signatures for regulatory 					compliance.</a:t>
            </a:r>
            <a:endParaRPr lang="en-IN" sz="1600" dirty="0">
              <a:latin typeface="Aptos" panose="020B0004020202020204" pitchFamily="34" charset="0"/>
              <a:ea typeface="Times New Roman" panose="02020603050405020304" pitchFamily="18" charset="0"/>
            </a:endParaRPr>
          </a:p>
          <a:p>
            <a:pPr marL="800100" lvl="1" indent="-342900" algn="just">
              <a:spcBef>
                <a:spcPts val="1000"/>
              </a:spcBef>
              <a:buFont typeface="+mj-lt"/>
              <a:buAutoNum type="arabicParenR"/>
            </a:pPr>
            <a:r>
              <a:rPr lang="en-IN" sz="1600" b="1" dirty="0">
                <a:solidFill>
                  <a:srgbClr val="4A66AC"/>
                </a:solidFill>
                <a:effectLst/>
                <a:latin typeface="Aptos" panose="020B0004020202020204" pitchFamily="34" charset="0"/>
                <a:ea typeface="Times New Roman" panose="02020603050405020304" pitchFamily="18" charset="0"/>
                <a:cs typeface="Times New Roman" panose="02020603050405020304" pitchFamily="18" charset="0"/>
              </a:rPr>
              <a:t>Consent Verification API</a:t>
            </a:r>
            <a:r>
              <a:rPr lang="en-IN" sz="1600" b="1" dirty="0">
                <a:solidFill>
                  <a:srgbClr val="4A66AC"/>
                </a:solidFill>
                <a:latin typeface="Aptos" panose="020B0004020202020204" pitchFamily="34" charset="0"/>
                <a:ea typeface="Times New Roman" panose="02020603050405020304" pitchFamily="18" charset="0"/>
                <a:cs typeface="Times New Roman" panose="02020603050405020304" pitchFamily="18" charset="0"/>
              </a:rPr>
              <a:t>	</a:t>
            </a:r>
            <a:r>
              <a:rPr lang="en-IN" sz="1600" dirty="0">
                <a:effectLst/>
                <a:latin typeface="Aptos" panose="020B0004020202020204" pitchFamily="34" charset="0"/>
                <a:ea typeface="Times New Roman" panose="02020603050405020304" pitchFamily="18" charset="0"/>
              </a:rPr>
              <a:t>Any DF or processor can verify the authenticity of a signed consent artifact using public 				keys. Ensures non-repudiation and tamper-proof validation</a:t>
            </a:r>
          </a:p>
          <a:p>
            <a:pPr marL="800100" lvl="1" indent="-342900" algn="just">
              <a:spcBef>
                <a:spcPts val="1000"/>
              </a:spcBef>
              <a:buFont typeface="+mj-lt"/>
              <a:buAutoNum type="arabicParenR"/>
            </a:pPr>
            <a:r>
              <a:rPr lang="en-IN" sz="1600" b="1" dirty="0">
                <a:solidFill>
                  <a:srgbClr val="4A66AC"/>
                </a:solidFill>
                <a:effectLst/>
                <a:latin typeface="Aptos" panose="020B0004020202020204" pitchFamily="34" charset="0"/>
                <a:ea typeface="Times New Roman" panose="02020603050405020304" pitchFamily="18" charset="0"/>
                <a:cs typeface="Times New Roman" panose="02020603050405020304" pitchFamily="18" charset="0"/>
              </a:rPr>
              <a:t>Versioned Consent Records</a:t>
            </a:r>
            <a:r>
              <a:rPr lang="en-IN" sz="1600" b="1" dirty="0">
                <a:solidFill>
                  <a:srgbClr val="4A66AC"/>
                </a:solidFill>
                <a:latin typeface="Aptos" panose="020B0004020202020204" pitchFamily="34" charset="0"/>
                <a:ea typeface="Times New Roman" panose="02020603050405020304" pitchFamily="18" charset="0"/>
                <a:cs typeface="Times New Roman" panose="02020603050405020304" pitchFamily="18" charset="0"/>
              </a:rPr>
              <a:t>	</a:t>
            </a:r>
            <a:r>
              <a:rPr lang="en-IN" sz="1600" dirty="0">
                <a:effectLst/>
                <a:latin typeface="Aptos" panose="020B0004020202020204" pitchFamily="34" charset="0"/>
                <a:ea typeface="Times New Roman" panose="02020603050405020304" pitchFamily="18" charset="0"/>
              </a:rPr>
              <a:t>CMS maintains a sequential chain of consent versions without changing the 					Consent ID. Ensures historical traceability for compliance and disputes.</a:t>
            </a:r>
            <a:endParaRPr lang="en-IN" sz="1600" dirty="0">
              <a:latin typeface="Aptos" panose="020B0004020202020204" pitchFamily="34" charset="0"/>
              <a:ea typeface="Times New Roman" panose="02020603050405020304" pitchFamily="18" charset="0"/>
            </a:endParaRPr>
          </a:p>
          <a:p>
            <a:pPr marL="800100" lvl="1" indent="-342900" algn="just">
              <a:spcBef>
                <a:spcPts val="1000"/>
              </a:spcBef>
              <a:buFont typeface="+mj-lt"/>
              <a:buAutoNum type="arabicParenR"/>
            </a:pPr>
            <a:r>
              <a:rPr lang="en-IN" sz="1600" b="1" dirty="0">
                <a:solidFill>
                  <a:srgbClr val="4A66AC"/>
                </a:solidFill>
                <a:effectLst/>
                <a:latin typeface="Aptos" panose="020B0004020202020204" pitchFamily="34" charset="0"/>
                <a:ea typeface="Times New Roman" panose="02020603050405020304" pitchFamily="18" charset="0"/>
                <a:cs typeface="Times New Roman" panose="02020603050405020304" pitchFamily="18" charset="0"/>
              </a:rPr>
              <a:t>Minor/Parental Consent</a:t>
            </a:r>
            <a:r>
              <a:rPr lang="en-IN" sz="1600" b="1" dirty="0">
                <a:solidFill>
                  <a:srgbClr val="4A66AC"/>
                </a:solidFill>
                <a:latin typeface="Aptos" panose="020B0004020202020204" pitchFamily="34" charset="0"/>
                <a:ea typeface="Times New Roman" panose="02020603050405020304" pitchFamily="18" charset="0"/>
                <a:cs typeface="Times New Roman" panose="02020603050405020304" pitchFamily="18" charset="0"/>
              </a:rPr>
              <a:t>		</a:t>
            </a:r>
            <a:r>
              <a:rPr lang="en-IN" sz="1600" dirty="0">
                <a:effectLst/>
                <a:latin typeface="Aptos" panose="020B0004020202020204" pitchFamily="34" charset="0"/>
                <a:ea typeface="Times New Roman" panose="02020603050405020304" pitchFamily="18" charset="0"/>
              </a:rPr>
              <a:t>Supports parental consent collection for minors. A secure link is sent to the 					parent who completes KYC (e.g., DigiLocker) before granting consent.</a:t>
            </a:r>
          </a:p>
        </p:txBody>
      </p:sp>
      <p:sp>
        <p:nvSpPr>
          <p:cNvPr id="4" name="Footer Placeholder 3">
            <a:extLst>
              <a:ext uri="{FF2B5EF4-FFF2-40B4-BE49-F238E27FC236}">
                <a16:creationId xmlns:a16="http://schemas.microsoft.com/office/drawing/2014/main" id="{3C6CE10D-E883-2CE1-976A-2CA7208BF06A}"/>
              </a:ext>
            </a:extLst>
          </p:cNvPr>
          <p:cNvSpPr>
            <a:spLocks noGrp="1"/>
          </p:cNvSpPr>
          <p:nvPr>
            <p:ph type="ftr" sz="quarter" idx="11"/>
          </p:nvPr>
        </p:nvSpPr>
        <p:spPr/>
        <p:txBody>
          <a:bodyPr/>
          <a:lstStyle/>
          <a:p>
            <a:r>
              <a:rPr lang="en-US"/>
              <a:t>This document is submitted only for Code for Consent Challenge, organised by NeGD (a part of MeitY) and shall not be used for any other purpose.</a:t>
            </a:r>
          </a:p>
        </p:txBody>
      </p:sp>
    </p:spTree>
    <p:extLst>
      <p:ext uri="{BB962C8B-B14F-4D97-AF65-F5344CB8AC3E}">
        <p14:creationId xmlns:p14="http://schemas.microsoft.com/office/powerpoint/2010/main" val="460310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5"/>
          <p:cNvPicPr preferRelativeResize="0"/>
          <p:nvPr/>
        </p:nvPicPr>
        <p:blipFill rotWithShape="1">
          <a:blip r:embed="rId3">
            <a:alphaModFix/>
          </a:blip>
          <a:srcRect/>
          <a:stretch/>
        </p:blipFill>
        <p:spPr>
          <a:xfrm>
            <a:off x="1941689" y="0"/>
            <a:ext cx="7107662" cy="6858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6"/>
          <p:cNvPicPr preferRelativeResize="0"/>
          <p:nvPr/>
        </p:nvPicPr>
        <p:blipFill rotWithShape="1">
          <a:blip r:embed="rId3">
            <a:alphaModFix/>
          </a:blip>
          <a:srcRect/>
          <a:stretch/>
        </p:blipFill>
        <p:spPr>
          <a:xfrm>
            <a:off x="2143245" y="0"/>
            <a:ext cx="7905509" cy="6858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10"/>
          <p:cNvPicPr preferRelativeResize="0"/>
          <p:nvPr/>
        </p:nvPicPr>
        <p:blipFill rotWithShape="1">
          <a:blip r:embed="rId3">
            <a:alphaModFix/>
          </a:blip>
          <a:srcRect/>
          <a:stretch/>
        </p:blipFill>
        <p:spPr>
          <a:xfrm>
            <a:off x="0" y="68613"/>
            <a:ext cx="12192000" cy="672077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pic>
        <p:nvPicPr>
          <p:cNvPr id="166" name="Google Shape;166;p11"/>
          <p:cNvPicPr preferRelativeResize="0"/>
          <p:nvPr/>
        </p:nvPicPr>
        <p:blipFill rotWithShape="1">
          <a:blip r:embed="rId3">
            <a:alphaModFix/>
          </a:blip>
          <a:srcRect/>
          <a:stretch/>
        </p:blipFill>
        <p:spPr>
          <a:xfrm>
            <a:off x="0" y="345298"/>
            <a:ext cx="12192000" cy="616740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pic>
        <p:nvPicPr>
          <p:cNvPr id="216" name="Google Shape;216;p16"/>
          <p:cNvPicPr preferRelativeResize="0"/>
          <p:nvPr/>
        </p:nvPicPr>
        <p:blipFill rotWithShape="1">
          <a:blip r:embed="rId3">
            <a:alphaModFix/>
          </a:blip>
          <a:srcRect/>
          <a:stretch/>
        </p:blipFill>
        <p:spPr>
          <a:xfrm>
            <a:off x="0" y="98062"/>
            <a:ext cx="12192000" cy="66357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728AFDB-BC91-DADD-E4E6-D35F5D04577D}"/>
              </a:ext>
            </a:extLst>
          </p:cNvPr>
          <p:cNvSpPr>
            <a:spLocks noGrp="1"/>
          </p:cNvSpPr>
          <p:nvPr>
            <p:ph type="ftr" sz="quarter" idx="11"/>
          </p:nvPr>
        </p:nvSpPr>
        <p:spPr/>
        <p:txBody>
          <a:bodyPr/>
          <a:lstStyle/>
          <a:p>
            <a:r>
              <a:rPr lang="en-US"/>
              <a:t>This document is submitted only for Code for Consent Challenge, organised by NeGD (a part of MeitY) and shall not be used for any other purpose.</a:t>
            </a:r>
          </a:p>
        </p:txBody>
      </p:sp>
      <p:pic>
        <p:nvPicPr>
          <p:cNvPr id="3" name="Google Shape;206;p15">
            <a:extLst>
              <a:ext uri="{FF2B5EF4-FFF2-40B4-BE49-F238E27FC236}">
                <a16:creationId xmlns:a16="http://schemas.microsoft.com/office/drawing/2014/main" id="{63ED198B-8F7F-6B84-AB97-9471BC5952EE}"/>
              </a:ext>
            </a:extLst>
          </p:cNvPr>
          <p:cNvPicPr preferRelativeResize="0"/>
          <p:nvPr/>
        </p:nvPicPr>
        <p:blipFill rotWithShape="1">
          <a:blip r:embed="rId2">
            <a:alphaModFix/>
          </a:blip>
          <a:srcRect/>
          <a:stretch/>
        </p:blipFill>
        <p:spPr>
          <a:xfrm>
            <a:off x="0" y="238194"/>
            <a:ext cx="12192000" cy="6381611"/>
          </a:xfrm>
          <a:prstGeom prst="rect">
            <a:avLst/>
          </a:prstGeom>
          <a:noFill/>
          <a:ln>
            <a:noFill/>
          </a:ln>
        </p:spPr>
      </p:pic>
    </p:spTree>
    <p:extLst>
      <p:ext uri="{BB962C8B-B14F-4D97-AF65-F5344CB8AC3E}">
        <p14:creationId xmlns:p14="http://schemas.microsoft.com/office/powerpoint/2010/main" val="28520640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31BD1-2E9C-56D5-E189-0E1DEC8C0873}"/>
              </a:ext>
            </a:extLst>
          </p:cNvPr>
          <p:cNvSpPr>
            <a:spLocks noGrp="1"/>
          </p:cNvSpPr>
          <p:nvPr>
            <p:ph type="title"/>
          </p:nvPr>
        </p:nvSpPr>
        <p:spPr/>
        <p:txBody>
          <a:bodyPr/>
          <a:lstStyle/>
          <a:p>
            <a:r>
              <a:rPr lang="en-US" sz="4000" b="1" dirty="0">
                <a:solidFill>
                  <a:srgbClr val="374B80"/>
                </a:solidFill>
                <a:latin typeface="Aptos" panose="020B0004020202020204" pitchFamily="34" charset="0"/>
              </a:rPr>
              <a:t>Cookie</a:t>
            </a:r>
            <a:r>
              <a:rPr lang="en-US" sz="4400" b="1" dirty="0">
                <a:latin typeface="Aptos" panose="020B0004020202020204" pitchFamily="34" charset="0"/>
              </a:rPr>
              <a:t> </a:t>
            </a:r>
            <a:r>
              <a:rPr lang="en-US" sz="4000" b="1" dirty="0">
                <a:solidFill>
                  <a:srgbClr val="374B80"/>
                </a:solidFill>
                <a:latin typeface="Aptos" panose="020B0004020202020204" pitchFamily="34" charset="0"/>
              </a:rPr>
              <a:t>Consent Management Lifecycle</a:t>
            </a:r>
          </a:p>
        </p:txBody>
      </p:sp>
      <p:sp>
        <p:nvSpPr>
          <p:cNvPr id="3" name="Content Placeholder 2">
            <a:extLst>
              <a:ext uri="{FF2B5EF4-FFF2-40B4-BE49-F238E27FC236}">
                <a16:creationId xmlns:a16="http://schemas.microsoft.com/office/drawing/2014/main" id="{39D7E30A-6455-68C2-EF7E-5EA98E1B05A0}"/>
              </a:ext>
            </a:extLst>
          </p:cNvPr>
          <p:cNvSpPr>
            <a:spLocks noGrp="1"/>
          </p:cNvSpPr>
          <p:nvPr>
            <p:ph idx="1"/>
          </p:nvPr>
        </p:nvSpPr>
        <p:spPr/>
        <p:txBody>
          <a:bodyPr>
            <a:normAutofit fontScale="70000" lnSpcReduction="20000"/>
          </a:bodyPr>
          <a:lstStyle/>
          <a:p>
            <a:pPr marL="514350" indent="-514350">
              <a:buFont typeface="+mj-lt"/>
              <a:buAutoNum type="arabicParenR"/>
            </a:pPr>
            <a:r>
              <a:rPr lang="en-IN" b="1" dirty="0">
                <a:solidFill>
                  <a:srgbClr val="4965AC"/>
                </a:solidFill>
                <a:effectLst/>
                <a:latin typeface="Aptos" panose="020B0004020202020204" pitchFamily="34" charset="0"/>
              </a:rPr>
              <a:t>Cookie Banner (Embedded) </a:t>
            </a:r>
            <a:endParaRPr lang="en-IN" dirty="0">
              <a:solidFill>
                <a:srgbClr val="4965AC"/>
              </a:solidFill>
              <a:effectLst/>
              <a:latin typeface="Aptos" panose="020B0004020202020204" pitchFamily="34" charset="0"/>
            </a:endParaRPr>
          </a:p>
          <a:p>
            <a:pPr marL="457200" lvl="1" indent="0">
              <a:buNone/>
            </a:pPr>
            <a:r>
              <a:rPr lang="en-IN" dirty="0">
                <a:effectLst/>
                <a:latin typeface="Aptos" panose="020B0004020202020204" pitchFamily="34" charset="0"/>
              </a:rPr>
              <a:t>Displays DF-branded cookie banner to collect user preference for categories like Functional, Analytics, Marketing, etc., complying with global privacy laws. </a:t>
            </a:r>
          </a:p>
          <a:p>
            <a:pPr marL="514350" indent="-514350">
              <a:buFont typeface="+mj-lt"/>
              <a:buAutoNum type="arabicParenR"/>
            </a:pPr>
            <a:endParaRPr lang="en-IN" b="1" dirty="0">
              <a:solidFill>
                <a:srgbClr val="4965AC"/>
              </a:solidFill>
              <a:effectLst/>
              <a:latin typeface="Aptos" panose="020B0004020202020204" pitchFamily="34" charset="0"/>
            </a:endParaRPr>
          </a:p>
          <a:p>
            <a:pPr marL="514350" indent="-514350">
              <a:buFont typeface="+mj-lt"/>
              <a:buAutoNum type="arabicParenR"/>
            </a:pPr>
            <a:r>
              <a:rPr lang="en-IN" b="1" dirty="0">
                <a:solidFill>
                  <a:srgbClr val="4965AC"/>
                </a:solidFill>
                <a:effectLst/>
                <a:latin typeface="Aptos" panose="020B0004020202020204" pitchFamily="34" charset="0"/>
              </a:rPr>
              <a:t>Cookie Preference Storage </a:t>
            </a:r>
            <a:endParaRPr lang="en-IN" dirty="0">
              <a:solidFill>
                <a:srgbClr val="4965AC"/>
              </a:solidFill>
              <a:effectLst/>
              <a:latin typeface="Aptos" panose="020B0004020202020204" pitchFamily="34" charset="0"/>
            </a:endParaRPr>
          </a:p>
          <a:p>
            <a:pPr marL="457200" lvl="1" indent="0">
              <a:buNone/>
            </a:pPr>
            <a:r>
              <a:rPr lang="en-IN" dirty="0">
                <a:effectLst/>
                <a:latin typeface="Aptos" panose="020B0004020202020204" pitchFamily="34" charset="0"/>
              </a:rPr>
              <a:t>Records user preferences along with category-level timestamps and device metadata in an immutable log, supporting audits and compliance review. </a:t>
            </a:r>
          </a:p>
          <a:p>
            <a:pPr marL="514350" indent="-514350">
              <a:buFont typeface="+mj-lt"/>
              <a:buAutoNum type="arabicParenR"/>
            </a:pPr>
            <a:endParaRPr lang="en-IN" b="1" dirty="0">
              <a:solidFill>
                <a:srgbClr val="4965AC"/>
              </a:solidFill>
              <a:effectLst/>
              <a:latin typeface="Aptos" panose="020B0004020202020204" pitchFamily="34" charset="0"/>
            </a:endParaRPr>
          </a:p>
          <a:p>
            <a:pPr marL="514350" indent="-514350">
              <a:buFont typeface="+mj-lt"/>
              <a:buAutoNum type="arabicParenR"/>
            </a:pPr>
            <a:r>
              <a:rPr lang="en-IN" b="1" dirty="0">
                <a:solidFill>
                  <a:srgbClr val="4965AC"/>
                </a:solidFill>
                <a:effectLst/>
                <a:latin typeface="Aptos" panose="020B0004020202020204" pitchFamily="34" charset="0"/>
              </a:rPr>
              <a:t>Cookie Preference Update/Withdraw </a:t>
            </a:r>
            <a:endParaRPr lang="en-IN" dirty="0">
              <a:solidFill>
                <a:srgbClr val="4965AC"/>
              </a:solidFill>
              <a:effectLst/>
              <a:latin typeface="Aptos" panose="020B0004020202020204" pitchFamily="34" charset="0"/>
            </a:endParaRPr>
          </a:p>
          <a:p>
            <a:pPr marL="457200" lvl="1" indent="0">
              <a:buNone/>
            </a:pPr>
            <a:r>
              <a:rPr lang="en-IN" dirty="0">
                <a:effectLst/>
                <a:latin typeface="Aptos" panose="020B0004020202020204" pitchFamily="34" charset="0"/>
              </a:rPr>
              <a:t>Allows users to revisit and modify cookie settings anytime. Updates are logged and may trigger DF-side changes to tracking scripts. </a:t>
            </a:r>
          </a:p>
          <a:p>
            <a:pPr marL="514350" indent="-514350">
              <a:buFont typeface="+mj-lt"/>
              <a:buAutoNum type="arabicParenR"/>
            </a:pPr>
            <a:endParaRPr lang="en-IN" b="1" dirty="0">
              <a:solidFill>
                <a:srgbClr val="4965AC"/>
              </a:solidFill>
              <a:effectLst/>
              <a:latin typeface="Aptos" panose="020B0004020202020204" pitchFamily="34" charset="0"/>
            </a:endParaRPr>
          </a:p>
          <a:p>
            <a:pPr marL="514350" indent="-514350">
              <a:buFont typeface="+mj-lt"/>
              <a:buAutoNum type="arabicParenR"/>
            </a:pPr>
            <a:r>
              <a:rPr lang="en-IN" b="1" dirty="0">
                <a:solidFill>
                  <a:srgbClr val="4965AC"/>
                </a:solidFill>
                <a:effectLst/>
                <a:latin typeface="Aptos" panose="020B0004020202020204" pitchFamily="34" charset="0"/>
              </a:rPr>
              <a:t>Multi-language Cookie UI </a:t>
            </a:r>
            <a:endParaRPr lang="en-IN" dirty="0">
              <a:solidFill>
                <a:srgbClr val="4965AC"/>
              </a:solidFill>
              <a:effectLst/>
              <a:latin typeface="Aptos" panose="020B0004020202020204" pitchFamily="34" charset="0"/>
            </a:endParaRPr>
          </a:p>
          <a:p>
            <a:pPr marL="457200" lvl="1" indent="0">
              <a:buNone/>
            </a:pPr>
            <a:r>
              <a:rPr lang="en-IN" dirty="0">
                <a:effectLst/>
                <a:latin typeface="Aptos" panose="020B0004020202020204" pitchFamily="34" charset="0"/>
              </a:rPr>
              <a:t>Provides cookie screens in 22 Indian languages using the Translation Service, ensuring inclusivity and regulatory alignment. </a:t>
            </a:r>
          </a:p>
          <a:p>
            <a:endParaRPr lang="en-US" dirty="0">
              <a:latin typeface="Aptos" panose="020B0004020202020204" pitchFamily="34" charset="0"/>
            </a:endParaRPr>
          </a:p>
        </p:txBody>
      </p:sp>
      <p:sp>
        <p:nvSpPr>
          <p:cNvPr id="4" name="Footer Placeholder 3">
            <a:extLst>
              <a:ext uri="{FF2B5EF4-FFF2-40B4-BE49-F238E27FC236}">
                <a16:creationId xmlns:a16="http://schemas.microsoft.com/office/drawing/2014/main" id="{FD7052C8-76D9-A61F-BFE0-585C023F827F}"/>
              </a:ext>
            </a:extLst>
          </p:cNvPr>
          <p:cNvSpPr>
            <a:spLocks noGrp="1"/>
          </p:cNvSpPr>
          <p:nvPr>
            <p:ph type="ftr" sz="quarter" idx="11"/>
          </p:nvPr>
        </p:nvSpPr>
        <p:spPr/>
        <p:txBody>
          <a:bodyPr/>
          <a:lstStyle/>
          <a:p>
            <a:r>
              <a:rPr lang="en-US"/>
              <a:t>This document is submitted only for Code for Consent Challenge, organised by NeGD (a part of MeitY) and shall not be used for any other purpose.</a:t>
            </a:r>
          </a:p>
        </p:txBody>
      </p:sp>
    </p:spTree>
    <p:extLst>
      <p:ext uri="{BB962C8B-B14F-4D97-AF65-F5344CB8AC3E}">
        <p14:creationId xmlns:p14="http://schemas.microsoft.com/office/powerpoint/2010/main" val="2290692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89" name="Google Shape;89;p2"/>
          <p:cNvPicPr preferRelativeResize="0"/>
          <p:nvPr/>
        </p:nvPicPr>
        <p:blipFill rotWithShape="1">
          <a:blip r:embed="rId3">
            <a:alphaModFix/>
          </a:blip>
          <a:srcRect/>
          <a:stretch/>
        </p:blipFill>
        <p:spPr>
          <a:xfrm>
            <a:off x="329184" y="470027"/>
            <a:ext cx="11512296" cy="592162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114" name="Google Shape;114;p7"/>
          <p:cNvPicPr preferRelativeResize="0"/>
          <p:nvPr/>
        </p:nvPicPr>
        <p:blipFill rotWithShape="1">
          <a:blip r:embed="rId3">
            <a:alphaModFix/>
          </a:blip>
          <a:srcRect/>
          <a:stretch/>
        </p:blipFill>
        <p:spPr>
          <a:xfrm>
            <a:off x="420624" y="370586"/>
            <a:ext cx="11393424" cy="6007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129" name="Google Shape;129;p10"/>
          <p:cNvPicPr preferRelativeResize="0"/>
          <p:nvPr/>
        </p:nvPicPr>
        <p:blipFill rotWithShape="1">
          <a:blip r:embed="rId3">
            <a:alphaModFix/>
          </a:blip>
          <a:srcRect/>
          <a:stretch/>
        </p:blipFill>
        <p:spPr>
          <a:xfrm>
            <a:off x="448056" y="502920"/>
            <a:ext cx="11283696" cy="587044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11"/>
          <p:cNvPicPr preferRelativeResize="0"/>
          <p:nvPr/>
        </p:nvPicPr>
        <p:blipFill rotWithShape="1">
          <a:blip r:embed="rId3">
            <a:alphaModFix/>
          </a:blip>
          <a:srcRect/>
          <a:stretch/>
        </p:blipFill>
        <p:spPr>
          <a:xfrm>
            <a:off x="438912" y="493775"/>
            <a:ext cx="11283696" cy="585660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1E2E6-841E-6BB3-6789-AC335532E696}"/>
              </a:ext>
            </a:extLst>
          </p:cNvPr>
          <p:cNvSpPr>
            <a:spLocks noGrp="1"/>
          </p:cNvSpPr>
          <p:nvPr>
            <p:ph type="title"/>
          </p:nvPr>
        </p:nvSpPr>
        <p:spPr/>
        <p:txBody>
          <a:bodyPr/>
          <a:lstStyle/>
          <a:p>
            <a:r>
              <a:rPr lang="en-IN" sz="4000" b="1" dirty="0">
                <a:solidFill>
                  <a:srgbClr val="374B80"/>
                </a:solidFill>
                <a:latin typeface="Aptos" panose="020B0004020202020204" pitchFamily="34" charset="0"/>
              </a:rPr>
              <a:t>Grievance &amp; Rights Management </a:t>
            </a:r>
            <a:endParaRPr lang="en-US" sz="4000" b="1" dirty="0">
              <a:solidFill>
                <a:srgbClr val="374B80"/>
              </a:solidFill>
              <a:latin typeface="Aptos" panose="020B0004020202020204" pitchFamily="34" charset="0"/>
            </a:endParaRPr>
          </a:p>
        </p:txBody>
      </p:sp>
      <p:sp>
        <p:nvSpPr>
          <p:cNvPr id="3" name="Content Placeholder 2">
            <a:extLst>
              <a:ext uri="{FF2B5EF4-FFF2-40B4-BE49-F238E27FC236}">
                <a16:creationId xmlns:a16="http://schemas.microsoft.com/office/drawing/2014/main" id="{2687B55E-82EE-6508-8C70-10139EF4FADA}"/>
              </a:ext>
            </a:extLst>
          </p:cNvPr>
          <p:cNvSpPr>
            <a:spLocks noGrp="1"/>
          </p:cNvSpPr>
          <p:nvPr>
            <p:ph idx="1"/>
          </p:nvPr>
        </p:nvSpPr>
        <p:spPr/>
        <p:txBody>
          <a:bodyPr>
            <a:normAutofit fontScale="77500" lnSpcReduction="20000"/>
          </a:bodyPr>
          <a:lstStyle/>
          <a:p>
            <a:pPr marL="514350" indent="-514350">
              <a:buFont typeface="+mj-lt"/>
              <a:buAutoNum type="arabicParenR"/>
            </a:pPr>
            <a:r>
              <a:rPr lang="en-IN" b="1" dirty="0">
                <a:solidFill>
                  <a:srgbClr val="4965AC"/>
                </a:solidFill>
                <a:effectLst/>
                <a:latin typeface="Aptos" panose="020B0004020202020204" pitchFamily="34" charset="0"/>
              </a:rPr>
              <a:t>Raise Grievance / Rights Request </a:t>
            </a:r>
            <a:endParaRPr lang="en-IN" dirty="0">
              <a:solidFill>
                <a:srgbClr val="4965AC"/>
              </a:solidFill>
              <a:effectLst/>
              <a:latin typeface="Aptos" panose="020B0004020202020204" pitchFamily="34" charset="0"/>
            </a:endParaRPr>
          </a:p>
          <a:p>
            <a:pPr marL="457200" lvl="1" indent="0">
              <a:buNone/>
            </a:pPr>
            <a:r>
              <a:rPr lang="en-IN" dirty="0">
                <a:effectLst/>
                <a:latin typeface="Aptos" panose="020B0004020202020204" pitchFamily="34" charset="0"/>
              </a:rPr>
              <a:t>Enables Data Principals to raise issues (access, correction, erasure, dispute). Form-driven UI ensures completeness with mandatory metadata. </a:t>
            </a:r>
          </a:p>
          <a:p>
            <a:pPr marL="514350" indent="-514350">
              <a:buFont typeface="+mj-lt"/>
              <a:buAutoNum type="arabicParenR"/>
            </a:pPr>
            <a:endParaRPr lang="en-IN" b="1" dirty="0">
              <a:solidFill>
                <a:srgbClr val="4965AC"/>
              </a:solidFill>
              <a:effectLst/>
              <a:latin typeface="Aptos" panose="020B0004020202020204" pitchFamily="34" charset="0"/>
            </a:endParaRPr>
          </a:p>
          <a:p>
            <a:pPr marL="514350" indent="-514350">
              <a:buFont typeface="+mj-lt"/>
              <a:buAutoNum type="arabicParenR"/>
            </a:pPr>
            <a:r>
              <a:rPr lang="en-IN" b="1" dirty="0">
                <a:solidFill>
                  <a:srgbClr val="4965AC"/>
                </a:solidFill>
                <a:effectLst/>
                <a:latin typeface="Aptos" panose="020B0004020202020204" pitchFamily="34" charset="0"/>
              </a:rPr>
              <a:t>Grievance Lifecycle Management </a:t>
            </a:r>
            <a:endParaRPr lang="en-IN" dirty="0">
              <a:solidFill>
                <a:srgbClr val="4965AC"/>
              </a:solidFill>
              <a:effectLst/>
              <a:latin typeface="Aptos" panose="020B0004020202020204" pitchFamily="34" charset="0"/>
            </a:endParaRPr>
          </a:p>
          <a:p>
            <a:pPr marL="457200" lvl="1" indent="0">
              <a:buNone/>
            </a:pPr>
            <a:r>
              <a:rPr lang="en-IN" dirty="0">
                <a:latin typeface="Aptos" panose="020B0004020202020204" pitchFamily="34" charset="0"/>
              </a:rPr>
              <a:t>Tracks every grievance from submission to resolution with timestamps, DF updates, DPO escalations, and SLA monitoring. </a:t>
            </a:r>
          </a:p>
          <a:p>
            <a:pPr marL="514350" indent="-514350">
              <a:buFont typeface="+mj-lt"/>
              <a:buAutoNum type="arabicParenR"/>
            </a:pPr>
            <a:endParaRPr lang="en-IN" b="1" dirty="0">
              <a:solidFill>
                <a:srgbClr val="4965AC"/>
              </a:solidFill>
              <a:effectLst/>
              <a:latin typeface="Aptos" panose="020B0004020202020204" pitchFamily="34" charset="0"/>
            </a:endParaRPr>
          </a:p>
          <a:p>
            <a:pPr marL="514350" indent="-514350">
              <a:buFont typeface="+mj-lt"/>
              <a:buAutoNum type="arabicParenR"/>
            </a:pPr>
            <a:r>
              <a:rPr lang="en-IN" b="1" dirty="0">
                <a:solidFill>
                  <a:srgbClr val="4965AC"/>
                </a:solidFill>
                <a:effectLst/>
                <a:latin typeface="Aptos" panose="020B0004020202020204" pitchFamily="34" charset="0"/>
              </a:rPr>
              <a:t>Grievance Artifact Signing </a:t>
            </a:r>
            <a:endParaRPr lang="en-IN" dirty="0">
              <a:solidFill>
                <a:srgbClr val="4965AC"/>
              </a:solidFill>
              <a:effectLst/>
              <a:latin typeface="Aptos" panose="020B0004020202020204" pitchFamily="34" charset="0"/>
            </a:endParaRPr>
          </a:p>
          <a:p>
            <a:pPr marL="457200" lvl="1" indent="0">
              <a:buNone/>
            </a:pPr>
            <a:r>
              <a:rPr lang="en-IN" sz="2100" dirty="0">
                <a:latin typeface="Aptos" panose="020B0004020202020204" pitchFamily="34" charset="0"/>
              </a:rPr>
              <a:t>Each grievance submission generates a signed, immutable artifact for audit and legal verification. Protects both DF and Data Principal. </a:t>
            </a:r>
          </a:p>
          <a:p>
            <a:pPr marL="514350" indent="-514350">
              <a:buFont typeface="+mj-lt"/>
              <a:buAutoNum type="arabicParenR"/>
            </a:pPr>
            <a:endParaRPr lang="en-IN" b="1" dirty="0">
              <a:solidFill>
                <a:srgbClr val="4965AC"/>
              </a:solidFill>
              <a:effectLst/>
              <a:latin typeface="Aptos" panose="020B0004020202020204" pitchFamily="34" charset="0"/>
            </a:endParaRPr>
          </a:p>
          <a:p>
            <a:pPr marL="514350" indent="-514350">
              <a:buFont typeface="+mj-lt"/>
              <a:buAutoNum type="arabicParenR"/>
            </a:pPr>
            <a:r>
              <a:rPr lang="en-IN" b="1" dirty="0">
                <a:solidFill>
                  <a:srgbClr val="4965AC"/>
                </a:solidFill>
                <a:effectLst/>
                <a:latin typeface="Aptos" panose="020B0004020202020204" pitchFamily="34" charset="0"/>
              </a:rPr>
              <a:t>DF &amp; DPO Workflow Integration </a:t>
            </a:r>
            <a:endParaRPr lang="en-IN" dirty="0">
              <a:solidFill>
                <a:srgbClr val="4965AC"/>
              </a:solidFill>
              <a:effectLst/>
              <a:latin typeface="Aptos" panose="020B0004020202020204" pitchFamily="34" charset="0"/>
            </a:endParaRPr>
          </a:p>
          <a:p>
            <a:pPr marL="457200" lvl="1" indent="0">
              <a:buNone/>
            </a:pPr>
            <a:r>
              <a:rPr lang="en-IN" sz="2100" dirty="0">
                <a:latin typeface="Aptos" panose="020B0004020202020204" pitchFamily="34" charset="0"/>
              </a:rPr>
              <a:t>CMS allows DF admins to update status as In-Progress, Resolved, or Escalated. Automated SLA-based reminders and DPO escalation workflows ensure timely closure. </a:t>
            </a:r>
          </a:p>
          <a:p>
            <a:pPr marL="0" indent="0">
              <a:buNone/>
            </a:pPr>
            <a:endParaRPr lang="en-US" dirty="0">
              <a:latin typeface="Aptos" panose="020B0004020202020204" pitchFamily="34" charset="0"/>
            </a:endParaRPr>
          </a:p>
        </p:txBody>
      </p:sp>
      <p:sp>
        <p:nvSpPr>
          <p:cNvPr id="4" name="Footer Placeholder 3">
            <a:extLst>
              <a:ext uri="{FF2B5EF4-FFF2-40B4-BE49-F238E27FC236}">
                <a16:creationId xmlns:a16="http://schemas.microsoft.com/office/drawing/2014/main" id="{C4D2FDB2-70EF-D0F1-1B2D-D4C178AD8442}"/>
              </a:ext>
            </a:extLst>
          </p:cNvPr>
          <p:cNvSpPr>
            <a:spLocks noGrp="1"/>
          </p:cNvSpPr>
          <p:nvPr>
            <p:ph type="ftr" sz="quarter" idx="11"/>
          </p:nvPr>
        </p:nvSpPr>
        <p:spPr/>
        <p:txBody>
          <a:bodyPr/>
          <a:lstStyle/>
          <a:p>
            <a:r>
              <a:rPr lang="en-US"/>
              <a:t>This document is submitted only for Code for Consent Challenge, organised by NeGD (a part of MeitY) and shall not be used for any other purpose.</a:t>
            </a:r>
          </a:p>
        </p:txBody>
      </p:sp>
    </p:spTree>
    <p:extLst>
      <p:ext uri="{BB962C8B-B14F-4D97-AF65-F5344CB8AC3E}">
        <p14:creationId xmlns:p14="http://schemas.microsoft.com/office/powerpoint/2010/main" val="10098227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3"/>
          <p:cNvPicPr preferRelativeResize="0"/>
          <p:nvPr/>
        </p:nvPicPr>
        <p:blipFill rotWithShape="1">
          <a:blip r:embed="rId3">
            <a:alphaModFix/>
          </a:blip>
          <a:srcRect/>
          <a:stretch/>
        </p:blipFill>
        <p:spPr>
          <a:xfrm>
            <a:off x="295564" y="332508"/>
            <a:ext cx="11591636" cy="620683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pic>
        <p:nvPicPr>
          <p:cNvPr id="99" name="Google Shape;99;p4"/>
          <p:cNvPicPr preferRelativeResize="0"/>
          <p:nvPr/>
        </p:nvPicPr>
        <p:blipFill rotWithShape="1">
          <a:blip r:embed="rId3">
            <a:alphaModFix/>
          </a:blip>
          <a:srcRect/>
          <a:stretch/>
        </p:blipFill>
        <p:spPr>
          <a:xfrm>
            <a:off x="286327" y="323273"/>
            <a:ext cx="11536220" cy="623454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04" name="Google Shape;104;p5"/>
          <p:cNvPicPr preferRelativeResize="0"/>
          <p:nvPr/>
        </p:nvPicPr>
        <p:blipFill rotWithShape="1">
          <a:blip r:embed="rId3">
            <a:alphaModFix/>
          </a:blip>
          <a:srcRect/>
          <a:stretch/>
        </p:blipFill>
        <p:spPr>
          <a:xfrm>
            <a:off x="314036" y="314036"/>
            <a:ext cx="11573164" cy="625301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pic>
        <p:nvPicPr>
          <p:cNvPr id="109" name="Google Shape;109;p6"/>
          <p:cNvPicPr preferRelativeResize="0"/>
          <p:nvPr/>
        </p:nvPicPr>
        <p:blipFill rotWithShape="1">
          <a:blip r:embed="rId3">
            <a:alphaModFix/>
          </a:blip>
          <a:srcRect/>
          <a:stretch/>
        </p:blipFill>
        <p:spPr>
          <a:xfrm>
            <a:off x="341745" y="319523"/>
            <a:ext cx="11554691" cy="623829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114" name="Google Shape;114;p7"/>
          <p:cNvPicPr preferRelativeResize="0"/>
          <p:nvPr/>
        </p:nvPicPr>
        <p:blipFill rotWithShape="1">
          <a:blip r:embed="rId3">
            <a:alphaModFix/>
          </a:blip>
          <a:srcRect/>
          <a:stretch/>
        </p:blipFill>
        <p:spPr>
          <a:xfrm>
            <a:off x="304800" y="286328"/>
            <a:ext cx="11573164" cy="628996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pic>
        <p:nvPicPr>
          <p:cNvPr id="119" name="Google Shape;119;p8"/>
          <p:cNvPicPr preferRelativeResize="0"/>
          <p:nvPr/>
        </p:nvPicPr>
        <p:blipFill rotWithShape="1">
          <a:blip r:embed="rId3">
            <a:alphaModFix/>
          </a:blip>
          <a:srcRect/>
          <a:stretch/>
        </p:blipFill>
        <p:spPr>
          <a:xfrm>
            <a:off x="356087" y="286326"/>
            <a:ext cx="11479826" cy="628996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11"/>
          <p:cNvPicPr preferRelativeResize="0"/>
          <p:nvPr/>
        </p:nvPicPr>
        <p:blipFill rotWithShape="1">
          <a:blip r:embed="rId3">
            <a:alphaModFix/>
          </a:blip>
          <a:srcRect/>
          <a:stretch/>
        </p:blipFill>
        <p:spPr>
          <a:xfrm>
            <a:off x="341745" y="350983"/>
            <a:ext cx="11536220" cy="616065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pic>
        <p:nvPicPr>
          <p:cNvPr id="144" name="Google Shape;144;p13"/>
          <p:cNvPicPr preferRelativeResize="0"/>
          <p:nvPr/>
        </p:nvPicPr>
        <p:blipFill rotWithShape="1">
          <a:blip r:embed="rId3">
            <a:alphaModFix/>
          </a:blip>
          <a:srcRect/>
          <a:stretch/>
        </p:blipFill>
        <p:spPr>
          <a:xfrm>
            <a:off x="369454" y="288925"/>
            <a:ext cx="11462327" cy="62801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49" name="Google Shape;149;p14"/>
          <p:cNvPicPr preferRelativeResize="0"/>
          <p:nvPr/>
        </p:nvPicPr>
        <p:blipFill rotWithShape="1">
          <a:blip r:embed="rId3">
            <a:alphaModFix/>
          </a:blip>
          <a:srcRect/>
          <a:stretch/>
        </p:blipFill>
        <p:spPr>
          <a:xfrm>
            <a:off x="304800" y="361372"/>
            <a:ext cx="11554690" cy="61722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pic>
        <p:nvPicPr>
          <p:cNvPr id="154" name="Google Shape;154;p15"/>
          <p:cNvPicPr preferRelativeResize="0"/>
          <p:nvPr/>
        </p:nvPicPr>
        <p:blipFill rotWithShape="1">
          <a:blip r:embed="rId3">
            <a:alphaModFix/>
          </a:blip>
          <a:srcRect/>
          <a:stretch/>
        </p:blipFill>
        <p:spPr>
          <a:xfrm>
            <a:off x="323272" y="369455"/>
            <a:ext cx="11545456" cy="616989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pic>
        <p:nvPicPr>
          <p:cNvPr id="164" name="Google Shape;164;p17"/>
          <p:cNvPicPr preferRelativeResize="0"/>
          <p:nvPr/>
        </p:nvPicPr>
        <p:blipFill rotWithShape="1">
          <a:blip r:embed="rId3">
            <a:alphaModFix/>
          </a:blip>
          <a:srcRect/>
          <a:stretch/>
        </p:blipFill>
        <p:spPr>
          <a:xfrm>
            <a:off x="378691" y="360219"/>
            <a:ext cx="11443855" cy="6151418"/>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E5034-F96B-BBC5-2D2A-5CB0DAD12C98}"/>
              </a:ext>
            </a:extLst>
          </p:cNvPr>
          <p:cNvSpPr>
            <a:spLocks noGrp="1"/>
          </p:cNvSpPr>
          <p:nvPr>
            <p:ph type="title"/>
          </p:nvPr>
        </p:nvSpPr>
        <p:spPr/>
        <p:txBody>
          <a:bodyPr/>
          <a:lstStyle/>
          <a:p>
            <a:r>
              <a:rPr lang="en-IN" sz="4000" b="1" dirty="0">
                <a:solidFill>
                  <a:srgbClr val="374B80"/>
                </a:solidFill>
                <a:latin typeface="Aptos" panose="020B0004020202020204" pitchFamily="34" charset="0"/>
              </a:rPr>
              <a:t>Notification &amp; Communication Services</a:t>
            </a:r>
            <a:endParaRPr lang="en-US" sz="4000" b="1" dirty="0">
              <a:solidFill>
                <a:srgbClr val="374B80"/>
              </a:solidFill>
              <a:latin typeface="Aptos" panose="020B0004020202020204" pitchFamily="34" charset="0"/>
            </a:endParaRPr>
          </a:p>
        </p:txBody>
      </p:sp>
      <p:sp>
        <p:nvSpPr>
          <p:cNvPr id="3" name="Content Placeholder 2">
            <a:extLst>
              <a:ext uri="{FF2B5EF4-FFF2-40B4-BE49-F238E27FC236}">
                <a16:creationId xmlns:a16="http://schemas.microsoft.com/office/drawing/2014/main" id="{D85CAFC1-61BA-1572-B79B-024A19320B67}"/>
              </a:ext>
            </a:extLst>
          </p:cNvPr>
          <p:cNvSpPr>
            <a:spLocks noGrp="1"/>
          </p:cNvSpPr>
          <p:nvPr>
            <p:ph idx="1"/>
          </p:nvPr>
        </p:nvSpPr>
        <p:spPr/>
        <p:txBody>
          <a:bodyPr>
            <a:normAutofit/>
          </a:bodyPr>
          <a:lstStyle/>
          <a:p>
            <a:pPr marL="457200" indent="-457200">
              <a:lnSpc>
                <a:spcPct val="70000"/>
              </a:lnSpc>
              <a:buFont typeface="+mj-lt"/>
              <a:buAutoNum type="arabicParenR"/>
            </a:pPr>
            <a:r>
              <a:rPr lang="en-IN" sz="2200" b="1" dirty="0">
                <a:solidFill>
                  <a:srgbClr val="4965AC"/>
                </a:solidFill>
                <a:latin typeface="Aptos" panose="020B0004020202020204" pitchFamily="34" charset="0"/>
              </a:rPr>
              <a:t>Email &amp; SMS Notifications </a:t>
            </a:r>
          </a:p>
          <a:p>
            <a:pPr marL="457200" lvl="1" indent="0">
              <a:buNone/>
            </a:pPr>
            <a:r>
              <a:rPr lang="en-IN" sz="1800" dirty="0">
                <a:latin typeface="Aptos" panose="020B0004020202020204" pitchFamily="34" charset="0"/>
              </a:rPr>
              <a:t>CMS integrates with SMTP and SMSC gateways to deliver consent, cookie, grievance, and renewal notifications. Includes templates and multi-language support. </a:t>
            </a:r>
          </a:p>
          <a:p>
            <a:pPr marL="514350" indent="-514350">
              <a:buFont typeface="+mj-lt"/>
              <a:buAutoNum type="arabicParenR"/>
            </a:pPr>
            <a:endParaRPr lang="en-IN" dirty="0">
              <a:effectLst/>
              <a:latin typeface="Helvetica" pitchFamily="2" charset="0"/>
            </a:endParaRPr>
          </a:p>
          <a:p>
            <a:pPr marL="457200" indent="-457200">
              <a:lnSpc>
                <a:spcPct val="70000"/>
              </a:lnSpc>
              <a:buFont typeface="+mj-lt"/>
              <a:buAutoNum type="arabicParenR"/>
            </a:pPr>
            <a:r>
              <a:rPr lang="en-IN" sz="2200" b="1" dirty="0">
                <a:solidFill>
                  <a:srgbClr val="4965AC"/>
                </a:solidFill>
                <a:latin typeface="Aptos" panose="020B0004020202020204" pitchFamily="34" charset="0"/>
              </a:rPr>
              <a:t>DF &amp; Processor Callbacks </a:t>
            </a:r>
          </a:p>
          <a:p>
            <a:pPr marL="457200" lvl="1" indent="0">
              <a:buNone/>
            </a:pPr>
            <a:r>
              <a:rPr lang="en-IN" sz="1800" dirty="0">
                <a:latin typeface="Aptos" panose="020B0004020202020204" pitchFamily="34" charset="0"/>
              </a:rPr>
              <a:t>Events like consent grant, update, withdrawal, renewal, and grievance submissions are pushed to DF/processor systems via secure webhook callbacks. </a:t>
            </a:r>
          </a:p>
          <a:p>
            <a:pPr marL="514350" indent="-514350">
              <a:lnSpc>
                <a:spcPct val="70000"/>
              </a:lnSpc>
              <a:buFont typeface="+mj-lt"/>
              <a:buAutoNum type="arabicParenR"/>
            </a:pPr>
            <a:endParaRPr lang="en-IN" dirty="0">
              <a:latin typeface="Helvetica" pitchFamily="2" charset="0"/>
            </a:endParaRPr>
          </a:p>
          <a:p>
            <a:pPr marL="457200" indent="-457200">
              <a:lnSpc>
                <a:spcPct val="70000"/>
              </a:lnSpc>
              <a:buFont typeface="+mj-lt"/>
              <a:buAutoNum type="arabicParenR"/>
            </a:pPr>
            <a:r>
              <a:rPr lang="en-IN" sz="2200" b="1" dirty="0">
                <a:solidFill>
                  <a:srgbClr val="4965AC"/>
                </a:solidFill>
                <a:latin typeface="Aptos" panose="020B0004020202020204" pitchFamily="34" charset="0"/>
              </a:rPr>
              <a:t>Dead-letter Queue &amp; Retry </a:t>
            </a:r>
          </a:p>
          <a:p>
            <a:pPr marL="457200" lvl="1" indent="0">
              <a:buNone/>
            </a:pPr>
            <a:r>
              <a:rPr lang="en-IN" sz="1800" dirty="0">
                <a:latin typeface="Aptos" panose="020B0004020202020204" pitchFamily="34" charset="0"/>
              </a:rPr>
              <a:t>Failed notifications are queued for retries with exponential backoff. Ensures reliability and delivery guarantees at scale. </a:t>
            </a:r>
          </a:p>
          <a:p>
            <a:pPr marL="0" indent="0">
              <a:buNone/>
            </a:pPr>
            <a:endParaRPr lang="en-US" dirty="0"/>
          </a:p>
        </p:txBody>
      </p:sp>
      <p:sp>
        <p:nvSpPr>
          <p:cNvPr id="4" name="Footer Placeholder 3">
            <a:extLst>
              <a:ext uri="{FF2B5EF4-FFF2-40B4-BE49-F238E27FC236}">
                <a16:creationId xmlns:a16="http://schemas.microsoft.com/office/drawing/2014/main" id="{A1A131C6-E86F-4729-E4E9-4C3C46C572BC}"/>
              </a:ext>
            </a:extLst>
          </p:cNvPr>
          <p:cNvSpPr>
            <a:spLocks noGrp="1"/>
          </p:cNvSpPr>
          <p:nvPr>
            <p:ph type="ftr" sz="quarter" idx="11"/>
          </p:nvPr>
        </p:nvSpPr>
        <p:spPr/>
        <p:txBody>
          <a:bodyPr/>
          <a:lstStyle/>
          <a:p>
            <a:r>
              <a:rPr lang="en-US"/>
              <a:t>This document is submitted only for Code for Consent Challenge, organised by NeGD (a part of MeitY) and shall not be used for any other purpose.</a:t>
            </a:r>
          </a:p>
        </p:txBody>
      </p:sp>
    </p:spTree>
    <p:extLst>
      <p:ext uri="{BB962C8B-B14F-4D97-AF65-F5344CB8AC3E}">
        <p14:creationId xmlns:p14="http://schemas.microsoft.com/office/powerpoint/2010/main" val="37994169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44E7F-7FF8-16F6-77C5-25BB13336A6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3698CFC-5615-3F36-7CFB-BEA2FF1BE4D7}"/>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0DC0A445-9BE3-B0AE-5969-4ABD26746E41}"/>
              </a:ext>
            </a:extLst>
          </p:cNvPr>
          <p:cNvSpPr>
            <a:spLocks noGrp="1"/>
          </p:cNvSpPr>
          <p:nvPr>
            <p:ph type="ftr" sz="quarter" idx="11"/>
          </p:nvPr>
        </p:nvSpPr>
        <p:spPr/>
        <p:txBody>
          <a:bodyPr/>
          <a:lstStyle/>
          <a:p>
            <a:r>
              <a:rPr lang="en-US"/>
              <a:t>This document is submitted only for Code for Consent Challenge, organised by NeGD (a part of MeitY) and shall not be used for any other purpose.</a:t>
            </a:r>
          </a:p>
        </p:txBody>
      </p:sp>
      <p:pic>
        <p:nvPicPr>
          <p:cNvPr id="1026" name="Picture 2">
            <a:extLst>
              <a:ext uri="{FF2B5EF4-FFF2-40B4-BE49-F238E27FC236}">
                <a16:creationId xmlns:a16="http://schemas.microsoft.com/office/drawing/2014/main" id="{F1F424A3-88A5-D5DB-09BD-E711223AB8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9213"/>
            <a:ext cx="12192000" cy="6759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45577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986BF-0495-5195-34D5-574661A9F5A3}"/>
              </a:ext>
            </a:extLst>
          </p:cNvPr>
          <p:cNvSpPr>
            <a:spLocks noGrp="1"/>
          </p:cNvSpPr>
          <p:nvPr>
            <p:ph type="title"/>
          </p:nvPr>
        </p:nvSpPr>
        <p:spPr/>
        <p:txBody>
          <a:bodyPr/>
          <a:lstStyle/>
          <a:p>
            <a:r>
              <a:rPr lang="en-IN" sz="4000" b="1" dirty="0">
                <a:solidFill>
                  <a:srgbClr val="374B80"/>
                </a:solidFill>
                <a:latin typeface="Aptos" panose="020B0004020202020204" pitchFamily="34" charset="0"/>
              </a:rPr>
              <a:t>Audit &amp; Compliance </a:t>
            </a:r>
            <a:endParaRPr lang="en-US" sz="4000" b="1" dirty="0">
              <a:solidFill>
                <a:srgbClr val="374B80"/>
              </a:solidFill>
              <a:latin typeface="Aptos" panose="020B0004020202020204" pitchFamily="34" charset="0"/>
            </a:endParaRPr>
          </a:p>
        </p:txBody>
      </p:sp>
      <p:sp>
        <p:nvSpPr>
          <p:cNvPr id="3" name="Content Placeholder 2">
            <a:extLst>
              <a:ext uri="{FF2B5EF4-FFF2-40B4-BE49-F238E27FC236}">
                <a16:creationId xmlns:a16="http://schemas.microsoft.com/office/drawing/2014/main" id="{B3E3D28C-3162-033C-C89E-ED5D2F180E95}"/>
              </a:ext>
            </a:extLst>
          </p:cNvPr>
          <p:cNvSpPr>
            <a:spLocks noGrp="1"/>
          </p:cNvSpPr>
          <p:nvPr>
            <p:ph idx="1"/>
          </p:nvPr>
        </p:nvSpPr>
        <p:spPr/>
        <p:txBody>
          <a:bodyPr>
            <a:normAutofit/>
          </a:bodyPr>
          <a:lstStyle/>
          <a:p>
            <a:pPr marL="457200" indent="-457200">
              <a:lnSpc>
                <a:spcPct val="80000"/>
              </a:lnSpc>
              <a:buFont typeface="+mj-lt"/>
              <a:buAutoNum type="arabicParenR"/>
            </a:pPr>
            <a:r>
              <a:rPr lang="en-IN" sz="2400" b="1" dirty="0">
                <a:solidFill>
                  <a:srgbClr val="4965AC"/>
                </a:solidFill>
                <a:latin typeface="Aptos" panose="020B0004020202020204" pitchFamily="34" charset="0"/>
              </a:rPr>
              <a:t>Immutable Audit Logging </a:t>
            </a:r>
          </a:p>
          <a:p>
            <a:pPr marL="457200" lvl="1" indent="0">
              <a:buNone/>
            </a:pPr>
            <a:r>
              <a:rPr lang="en-IN" sz="1900" dirty="0">
                <a:latin typeface="Aptos" panose="020B0004020202020204" pitchFamily="34" charset="0"/>
              </a:rPr>
              <a:t>Every CMS activity (user, system, API) is recorded in an append-only, hash-linked structure to ensure audit integrity and tamper-proof evidence. </a:t>
            </a:r>
          </a:p>
          <a:p>
            <a:pPr marL="514350" indent="-514350">
              <a:buFont typeface="+mj-lt"/>
              <a:buAutoNum type="arabicParenR"/>
            </a:pPr>
            <a:endParaRPr lang="en-IN" dirty="0">
              <a:effectLst/>
              <a:latin typeface="Helvetica" pitchFamily="2" charset="0"/>
            </a:endParaRPr>
          </a:p>
          <a:p>
            <a:pPr marL="457200" indent="-457200">
              <a:lnSpc>
                <a:spcPct val="80000"/>
              </a:lnSpc>
              <a:buFont typeface="+mj-lt"/>
              <a:buAutoNum type="arabicParenR"/>
            </a:pPr>
            <a:r>
              <a:rPr lang="en-IN" sz="2400" b="1" dirty="0">
                <a:solidFill>
                  <a:srgbClr val="4965AC"/>
                </a:solidFill>
                <a:latin typeface="Aptos" panose="020B0004020202020204" pitchFamily="34" charset="0"/>
              </a:rPr>
              <a:t>Compliance Dashboard </a:t>
            </a:r>
          </a:p>
          <a:p>
            <a:pPr marL="457200" lvl="1" indent="0">
              <a:buNone/>
            </a:pPr>
            <a:r>
              <a:rPr lang="en-IN" sz="1900" dirty="0">
                <a:latin typeface="Aptos" panose="020B0004020202020204" pitchFamily="34" charset="0"/>
              </a:rPr>
              <a:t>Legal entities get real-time visibility into logs, SLA breaches, privacy violations, and system health to meet DPDP and internal governance needs. </a:t>
            </a:r>
          </a:p>
          <a:p>
            <a:pPr marL="457200" lvl="1" indent="0">
              <a:buNone/>
            </a:pPr>
            <a:endParaRPr lang="en-IN" sz="1900" dirty="0">
              <a:latin typeface="Aptos" panose="020B0004020202020204" pitchFamily="34" charset="0"/>
            </a:endParaRPr>
          </a:p>
          <a:p>
            <a:pPr marL="457200" indent="-457200">
              <a:lnSpc>
                <a:spcPct val="80000"/>
              </a:lnSpc>
              <a:buFont typeface="+mj-lt"/>
              <a:buAutoNum type="arabicParenR"/>
            </a:pPr>
            <a:r>
              <a:rPr lang="en-IN" sz="2400" b="1" dirty="0">
                <a:solidFill>
                  <a:srgbClr val="4965AC"/>
                </a:solidFill>
                <a:latin typeface="Aptos" panose="020B0004020202020204" pitchFamily="34" charset="0"/>
              </a:rPr>
              <a:t>Cryptographic Chain Verification </a:t>
            </a:r>
          </a:p>
          <a:p>
            <a:pPr marL="457200" lvl="1" indent="0">
              <a:lnSpc>
                <a:spcPct val="100000"/>
              </a:lnSpc>
              <a:buNone/>
            </a:pPr>
            <a:r>
              <a:rPr lang="en-IN" sz="1800" dirty="0">
                <a:latin typeface="Aptos" panose="020B0004020202020204" pitchFamily="34" charset="0"/>
              </a:rPr>
              <a:t>Supports </a:t>
            </a:r>
            <a:r>
              <a:rPr lang="en-IN" sz="1800" dirty="0" err="1">
                <a:latin typeface="Aptos" panose="020B0004020202020204" pitchFamily="34" charset="0"/>
              </a:rPr>
              <a:t>recomputation</a:t>
            </a:r>
            <a:r>
              <a:rPr lang="en-IN" sz="1800" dirty="0">
                <a:latin typeface="Aptos" panose="020B0004020202020204" pitchFamily="34" charset="0"/>
              </a:rPr>
              <a:t> of SHA-256 hash chain to validate whether any consent or grievance record has been tampered with. </a:t>
            </a:r>
          </a:p>
          <a:p>
            <a:pPr marL="0" indent="0">
              <a:buNone/>
            </a:pPr>
            <a:endParaRPr lang="en-US" dirty="0"/>
          </a:p>
        </p:txBody>
      </p:sp>
      <p:sp>
        <p:nvSpPr>
          <p:cNvPr id="4" name="Footer Placeholder 3">
            <a:extLst>
              <a:ext uri="{FF2B5EF4-FFF2-40B4-BE49-F238E27FC236}">
                <a16:creationId xmlns:a16="http://schemas.microsoft.com/office/drawing/2014/main" id="{DF774C88-2CAB-0D07-6EC1-9684E6258297}"/>
              </a:ext>
            </a:extLst>
          </p:cNvPr>
          <p:cNvSpPr>
            <a:spLocks noGrp="1"/>
          </p:cNvSpPr>
          <p:nvPr>
            <p:ph type="ftr" sz="quarter" idx="11"/>
          </p:nvPr>
        </p:nvSpPr>
        <p:spPr/>
        <p:txBody>
          <a:bodyPr/>
          <a:lstStyle/>
          <a:p>
            <a:r>
              <a:rPr lang="en-US"/>
              <a:t>This document is submitted only for Code for Consent Challenge, organised by NeGD (a part of MeitY) and shall not be used for any other purpose.</a:t>
            </a:r>
          </a:p>
        </p:txBody>
      </p:sp>
    </p:spTree>
    <p:extLst>
      <p:ext uri="{BB962C8B-B14F-4D97-AF65-F5344CB8AC3E}">
        <p14:creationId xmlns:p14="http://schemas.microsoft.com/office/powerpoint/2010/main" val="8568617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508C6-3CF3-9FC0-D0DF-B4C6D35FF3B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0F91F17-9C3D-5C02-B4E0-3CE945B00AB8}"/>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8BA25C4A-9F6F-829D-BB26-5A9016201565}"/>
              </a:ext>
            </a:extLst>
          </p:cNvPr>
          <p:cNvSpPr>
            <a:spLocks noGrp="1"/>
          </p:cNvSpPr>
          <p:nvPr>
            <p:ph type="ftr" sz="quarter" idx="11"/>
          </p:nvPr>
        </p:nvSpPr>
        <p:spPr/>
        <p:txBody>
          <a:bodyPr/>
          <a:lstStyle/>
          <a:p>
            <a:r>
              <a:rPr lang="en-US"/>
              <a:t>This document is submitted only for Code for Consent Challenge, organised by NeGD (a part of MeitY) and shall not be used for any other purpose.</a:t>
            </a:r>
          </a:p>
        </p:txBody>
      </p:sp>
      <p:pic>
        <p:nvPicPr>
          <p:cNvPr id="5" name="Google Shape;119;p8">
            <a:extLst>
              <a:ext uri="{FF2B5EF4-FFF2-40B4-BE49-F238E27FC236}">
                <a16:creationId xmlns:a16="http://schemas.microsoft.com/office/drawing/2014/main" id="{CF429FDB-5FEA-40CC-3463-DD33B6C51BAC}"/>
              </a:ext>
            </a:extLst>
          </p:cNvPr>
          <p:cNvPicPr preferRelativeResize="0"/>
          <p:nvPr/>
        </p:nvPicPr>
        <p:blipFill rotWithShape="1">
          <a:blip r:embed="rId2">
            <a:alphaModFix/>
          </a:blip>
          <a:srcRect/>
          <a:stretch/>
        </p:blipFill>
        <p:spPr>
          <a:xfrm>
            <a:off x="406401" y="438439"/>
            <a:ext cx="11351490" cy="5962650"/>
          </a:xfrm>
          <a:prstGeom prst="rect">
            <a:avLst/>
          </a:prstGeom>
          <a:noFill/>
          <a:ln>
            <a:noFill/>
          </a:ln>
        </p:spPr>
      </p:pic>
    </p:spTree>
    <p:extLst>
      <p:ext uri="{BB962C8B-B14F-4D97-AF65-F5344CB8AC3E}">
        <p14:creationId xmlns:p14="http://schemas.microsoft.com/office/powerpoint/2010/main" val="28467432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E062-3B25-1CF1-ABBB-70865A444589}"/>
              </a:ext>
            </a:extLst>
          </p:cNvPr>
          <p:cNvSpPr>
            <a:spLocks noGrp="1"/>
          </p:cNvSpPr>
          <p:nvPr>
            <p:ph type="title"/>
          </p:nvPr>
        </p:nvSpPr>
        <p:spPr/>
        <p:txBody>
          <a:bodyPr/>
          <a:lstStyle/>
          <a:p>
            <a:r>
              <a:rPr lang="en-IN" sz="4000" b="1" dirty="0">
                <a:solidFill>
                  <a:srgbClr val="374B80"/>
                </a:solidFill>
                <a:latin typeface="Aptos" panose="020B0004020202020204" pitchFamily="34" charset="0"/>
              </a:rPr>
              <a:t>CMS Portal &amp; Admin Console </a:t>
            </a:r>
            <a:endParaRPr lang="en-US" sz="4000" b="1" dirty="0">
              <a:solidFill>
                <a:srgbClr val="374B80"/>
              </a:solidFill>
              <a:latin typeface="Aptos" panose="020B0004020202020204" pitchFamily="34" charset="0"/>
            </a:endParaRPr>
          </a:p>
        </p:txBody>
      </p:sp>
      <p:sp>
        <p:nvSpPr>
          <p:cNvPr id="3" name="Content Placeholder 2">
            <a:extLst>
              <a:ext uri="{FF2B5EF4-FFF2-40B4-BE49-F238E27FC236}">
                <a16:creationId xmlns:a16="http://schemas.microsoft.com/office/drawing/2014/main" id="{BDA088CA-D2BA-A49F-956C-E52F67BC0C09}"/>
              </a:ext>
            </a:extLst>
          </p:cNvPr>
          <p:cNvSpPr>
            <a:spLocks noGrp="1"/>
          </p:cNvSpPr>
          <p:nvPr>
            <p:ph idx="1"/>
          </p:nvPr>
        </p:nvSpPr>
        <p:spPr/>
        <p:txBody>
          <a:bodyPr>
            <a:normAutofit fontScale="32500" lnSpcReduction="20000"/>
          </a:bodyPr>
          <a:lstStyle/>
          <a:p>
            <a:pPr marL="0" indent="0">
              <a:buNone/>
            </a:pPr>
            <a:endParaRPr lang="en-US" sz="3100" dirty="0"/>
          </a:p>
          <a:p>
            <a:pPr marL="457200" indent="-457200">
              <a:lnSpc>
                <a:spcPct val="100000"/>
              </a:lnSpc>
              <a:buFont typeface="+mj-lt"/>
              <a:buAutoNum type="arabicParenR"/>
            </a:pPr>
            <a:r>
              <a:rPr lang="en-IN" sz="5500" b="1" dirty="0">
                <a:solidFill>
                  <a:srgbClr val="4965AC"/>
                </a:solidFill>
                <a:latin typeface="Aptos" panose="020B0004020202020204" pitchFamily="34" charset="0"/>
              </a:rPr>
              <a:t>Tenant &amp; Legal Entity Onboarding </a:t>
            </a:r>
          </a:p>
          <a:p>
            <a:pPr marL="457200" lvl="1" indent="0">
              <a:lnSpc>
                <a:spcPct val="110000"/>
              </a:lnSpc>
              <a:buNone/>
            </a:pPr>
            <a:r>
              <a:rPr lang="en-IN" sz="4300" dirty="0">
                <a:latin typeface="Aptos" panose="020B0004020202020204" pitchFamily="34" charset="0"/>
              </a:rPr>
              <a:t>Each DF is provisioned as an isolated tenant with dedicated database and configuration setup. PAN-based uniqueness ensures regulatory compliance. </a:t>
            </a:r>
          </a:p>
          <a:p>
            <a:pPr marL="457200" lvl="1" indent="0">
              <a:lnSpc>
                <a:spcPct val="110000"/>
              </a:lnSpc>
              <a:buNone/>
            </a:pPr>
            <a:endParaRPr lang="en-US" sz="4300" dirty="0">
              <a:latin typeface="Aptos" panose="020B0004020202020204" pitchFamily="34" charset="0"/>
            </a:endParaRPr>
          </a:p>
          <a:p>
            <a:pPr marL="457200" indent="-457200">
              <a:lnSpc>
                <a:spcPct val="100000"/>
              </a:lnSpc>
              <a:buFont typeface="+mj-lt"/>
              <a:buAutoNum type="arabicParenR"/>
            </a:pPr>
            <a:r>
              <a:rPr lang="en-IN" sz="5500" b="1" dirty="0">
                <a:solidFill>
                  <a:srgbClr val="4965AC"/>
                </a:solidFill>
                <a:latin typeface="Aptos" panose="020B0004020202020204" pitchFamily="34" charset="0"/>
              </a:rPr>
              <a:t>Configuration Management </a:t>
            </a:r>
          </a:p>
          <a:p>
            <a:pPr marL="457200" lvl="1" indent="0">
              <a:lnSpc>
                <a:spcPct val="110000"/>
              </a:lnSpc>
              <a:buNone/>
            </a:pPr>
            <a:r>
              <a:rPr lang="en-IN" sz="4300" dirty="0">
                <a:latin typeface="Aptos" panose="020B0004020202020204" pitchFamily="34" charset="0"/>
              </a:rPr>
              <a:t>CMS provides system setup for SMTP, SMSC, callbacks, templates, DPO information, retention policies, multilingual preferences, and signing settings. </a:t>
            </a:r>
          </a:p>
          <a:p>
            <a:pPr marL="457200" lvl="1" indent="0">
              <a:lnSpc>
                <a:spcPct val="110000"/>
              </a:lnSpc>
              <a:buNone/>
            </a:pPr>
            <a:endParaRPr lang="en-IN" sz="3700" dirty="0">
              <a:latin typeface="Aptos" panose="020B0004020202020204" pitchFamily="34" charset="0"/>
            </a:endParaRPr>
          </a:p>
          <a:p>
            <a:pPr marL="457200" indent="-457200">
              <a:lnSpc>
                <a:spcPct val="100000"/>
              </a:lnSpc>
              <a:buFont typeface="+mj-lt"/>
              <a:buAutoNum type="arabicParenR"/>
            </a:pPr>
            <a:r>
              <a:rPr lang="en-IN" sz="5500" b="1" dirty="0">
                <a:solidFill>
                  <a:srgbClr val="4965AC"/>
                </a:solidFill>
                <a:latin typeface="Aptos" panose="020B0004020202020204" pitchFamily="34" charset="0"/>
              </a:rPr>
              <a:t>Business Application &amp; Role Setup </a:t>
            </a:r>
          </a:p>
          <a:p>
            <a:pPr marL="457200" lvl="1" indent="0">
              <a:lnSpc>
                <a:spcPct val="110000"/>
              </a:lnSpc>
              <a:buNone/>
            </a:pPr>
            <a:r>
              <a:rPr lang="en-IN" sz="4300" dirty="0">
                <a:latin typeface="Aptos" panose="020B0004020202020204" pitchFamily="34" charset="0"/>
              </a:rPr>
              <a:t>Legal Entity Admin can create business groups, define roles, assign permissions, and onboard users to control access to CMS modules. </a:t>
            </a:r>
          </a:p>
          <a:p>
            <a:pPr marL="457200" lvl="1" indent="0">
              <a:lnSpc>
                <a:spcPct val="110000"/>
              </a:lnSpc>
              <a:buNone/>
            </a:pPr>
            <a:endParaRPr lang="en-IN" sz="3700" dirty="0">
              <a:latin typeface="Aptos" panose="020B0004020202020204" pitchFamily="34" charset="0"/>
            </a:endParaRPr>
          </a:p>
          <a:p>
            <a:pPr marL="457200" indent="-457200">
              <a:lnSpc>
                <a:spcPct val="100000"/>
              </a:lnSpc>
              <a:buFont typeface="+mj-lt"/>
              <a:buAutoNum type="arabicParenR"/>
            </a:pPr>
            <a:r>
              <a:rPr lang="en-IN" sz="5500" b="1" dirty="0">
                <a:solidFill>
                  <a:srgbClr val="4965AC"/>
                </a:solidFill>
                <a:latin typeface="Aptos" panose="020B0004020202020204" pitchFamily="34" charset="0"/>
              </a:rPr>
              <a:t>Dashboard</a:t>
            </a:r>
          </a:p>
          <a:p>
            <a:pPr marL="457200" lvl="1" indent="0">
              <a:lnSpc>
                <a:spcPct val="110000"/>
              </a:lnSpc>
              <a:buNone/>
            </a:pPr>
            <a:r>
              <a:rPr lang="en-IN" sz="4300" dirty="0">
                <a:latin typeface="Aptos" panose="020B0004020202020204" pitchFamily="34" charset="0"/>
              </a:rPr>
              <a:t>Shows consolidated operational metrics including consents collected, grievances open, callbacks delivered, notification usage, and audit summaries. </a:t>
            </a:r>
          </a:p>
          <a:p>
            <a:pPr marL="0" indent="0">
              <a:buNone/>
            </a:pPr>
            <a:endParaRPr lang="en-US" dirty="0"/>
          </a:p>
        </p:txBody>
      </p:sp>
      <p:sp>
        <p:nvSpPr>
          <p:cNvPr id="4" name="Footer Placeholder 3">
            <a:extLst>
              <a:ext uri="{FF2B5EF4-FFF2-40B4-BE49-F238E27FC236}">
                <a16:creationId xmlns:a16="http://schemas.microsoft.com/office/drawing/2014/main" id="{CDBBB76C-8C62-86AB-4B98-EDBB257DD8CE}"/>
              </a:ext>
            </a:extLst>
          </p:cNvPr>
          <p:cNvSpPr>
            <a:spLocks noGrp="1"/>
          </p:cNvSpPr>
          <p:nvPr>
            <p:ph type="ftr" sz="quarter" idx="11"/>
          </p:nvPr>
        </p:nvSpPr>
        <p:spPr/>
        <p:txBody>
          <a:bodyPr/>
          <a:lstStyle/>
          <a:p>
            <a:r>
              <a:rPr lang="en-US"/>
              <a:t>This document is submitted only for Code for Consent Challenge, organised by NeGD (a part of MeitY) and shall not be used for any other purpose.</a:t>
            </a:r>
          </a:p>
        </p:txBody>
      </p:sp>
    </p:spTree>
    <p:extLst>
      <p:ext uri="{BB962C8B-B14F-4D97-AF65-F5344CB8AC3E}">
        <p14:creationId xmlns:p14="http://schemas.microsoft.com/office/powerpoint/2010/main" val="23701167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pic>
        <p:nvPicPr>
          <p:cNvPr id="59" name="Google Shape;59;p14"/>
          <p:cNvPicPr preferRelativeResize="0"/>
          <p:nvPr/>
        </p:nvPicPr>
        <p:blipFill>
          <a:blip r:embed="rId3">
            <a:alphaModFix/>
          </a:blip>
          <a:stretch>
            <a:fillRect/>
          </a:stretch>
        </p:blipFill>
        <p:spPr>
          <a:xfrm>
            <a:off x="203201" y="203200"/>
            <a:ext cx="11785599" cy="554254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pic>
        <p:nvPicPr>
          <p:cNvPr id="64" name="Google Shape;64;p15"/>
          <p:cNvPicPr preferRelativeResize="0"/>
          <p:nvPr/>
        </p:nvPicPr>
        <p:blipFill>
          <a:blip r:embed="rId3">
            <a:alphaModFix/>
          </a:blip>
          <a:stretch>
            <a:fillRect/>
          </a:stretch>
        </p:blipFill>
        <p:spPr>
          <a:xfrm>
            <a:off x="203200" y="203201"/>
            <a:ext cx="11785600" cy="558459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16"/>
          <p:cNvPicPr preferRelativeResize="0"/>
          <p:nvPr/>
        </p:nvPicPr>
        <p:blipFill>
          <a:blip r:embed="rId3">
            <a:alphaModFix/>
          </a:blip>
          <a:stretch>
            <a:fillRect/>
          </a:stretch>
        </p:blipFill>
        <p:spPr>
          <a:xfrm>
            <a:off x="203200" y="203200"/>
            <a:ext cx="11785605" cy="559506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pic>
        <p:nvPicPr>
          <p:cNvPr id="74" name="Google Shape;74;p17"/>
          <p:cNvPicPr preferRelativeResize="0"/>
          <p:nvPr/>
        </p:nvPicPr>
        <p:blipFill>
          <a:blip r:embed="rId3">
            <a:alphaModFix/>
          </a:blip>
          <a:stretch>
            <a:fillRect/>
          </a:stretch>
        </p:blipFill>
        <p:spPr>
          <a:xfrm>
            <a:off x="203201" y="203200"/>
            <a:ext cx="11785599" cy="556098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pic>
        <p:nvPicPr>
          <p:cNvPr id="79" name="Google Shape;79;p18"/>
          <p:cNvPicPr preferRelativeResize="0"/>
          <p:nvPr/>
        </p:nvPicPr>
        <p:blipFill>
          <a:blip r:embed="rId3">
            <a:alphaModFix/>
          </a:blip>
          <a:stretch>
            <a:fillRect/>
          </a:stretch>
        </p:blipFill>
        <p:spPr>
          <a:xfrm>
            <a:off x="203201" y="203200"/>
            <a:ext cx="11785599" cy="556098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9"/>
          <p:cNvPicPr preferRelativeResize="0"/>
          <p:nvPr/>
        </p:nvPicPr>
        <p:blipFill>
          <a:blip r:embed="rId3">
            <a:alphaModFix/>
          </a:blip>
          <a:stretch>
            <a:fillRect/>
          </a:stretch>
        </p:blipFill>
        <p:spPr>
          <a:xfrm>
            <a:off x="203201" y="203201"/>
            <a:ext cx="11785599" cy="5573273"/>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89" name="Google Shape;89;p20"/>
          <p:cNvPicPr preferRelativeResize="0"/>
          <p:nvPr/>
        </p:nvPicPr>
        <p:blipFill>
          <a:blip r:embed="rId3">
            <a:alphaModFix/>
          </a:blip>
          <a:stretch>
            <a:fillRect/>
          </a:stretch>
        </p:blipFill>
        <p:spPr>
          <a:xfrm>
            <a:off x="203200" y="203200"/>
            <a:ext cx="11785605" cy="5595061"/>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8E51C-4CDA-6A3A-9BAE-C1A06E5D2552}"/>
              </a:ext>
            </a:extLst>
          </p:cNvPr>
          <p:cNvSpPr>
            <a:spLocks noGrp="1"/>
          </p:cNvSpPr>
          <p:nvPr>
            <p:ph type="title"/>
          </p:nvPr>
        </p:nvSpPr>
        <p:spPr/>
        <p:txBody>
          <a:bodyPr/>
          <a:lstStyle/>
          <a:p>
            <a:r>
              <a:rPr lang="en-IN" sz="4000" b="1" dirty="0">
                <a:solidFill>
                  <a:srgbClr val="374B80"/>
                </a:solidFill>
                <a:latin typeface="Aptos" panose="020B0004020202020204" pitchFamily="34" charset="0"/>
              </a:rPr>
              <a:t>Identity, Access &amp; RBAC</a:t>
            </a:r>
            <a:endParaRPr lang="en-US" sz="4000" b="1" dirty="0">
              <a:solidFill>
                <a:srgbClr val="374B80"/>
              </a:solidFill>
              <a:latin typeface="Aptos" panose="020B0004020202020204" pitchFamily="34" charset="0"/>
            </a:endParaRPr>
          </a:p>
        </p:txBody>
      </p:sp>
      <p:sp>
        <p:nvSpPr>
          <p:cNvPr id="3" name="Content Placeholder 2">
            <a:extLst>
              <a:ext uri="{FF2B5EF4-FFF2-40B4-BE49-F238E27FC236}">
                <a16:creationId xmlns:a16="http://schemas.microsoft.com/office/drawing/2014/main" id="{55B7ED70-1851-C25F-73F1-903549E496CB}"/>
              </a:ext>
            </a:extLst>
          </p:cNvPr>
          <p:cNvSpPr>
            <a:spLocks noGrp="1"/>
          </p:cNvSpPr>
          <p:nvPr>
            <p:ph idx="1"/>
          </p:nvPr>
        </p:nvSpPr>
        <p:spPr/>
        <p:txBody>
          <a:bodyPr>
            <a:normAutofit/>
          </a:bodyPr>
          <a:lstStyle/>
          <a:p>
            <a:pPr marL="0" indent="0">
              <a:lnSpc>
                <a:spcPct val="100000"/>
              </a:lnSpc>
              <a:buNone/>
            </a:pPr>
            <a:r>
              <a:rPr lang="en-IN" sz="2200" b="1" dirty="0">
                <a:solidFill>
                  <a:srgbClr val="4965AC"/>
                </a:solidFill>
                <a:latin typeface="Aptos" panose="020B0004020202020204" pitchFamily="34" charset="0"/>
              </a:rPr>
              <a:t>1.	DF User Authentication </a:t>
            </a:r>
          </a:p>
          <a:p>
            <a:pPr marL="0" indent="0">
              <a:lnSpc>
                <a:spcPct val="100000"/>
              </a:lnSpc>
              <a:buNone/>
            </a:pPr>
            <a:r>
              <a:rPr lang="en-IN" sz="2200" b="1" dirty="0">
                <a:solidFill>
                  <a:srgbClr val="4965AC"/>
                </a:solidFill>
                <a:latin typeface="Aptos" panose="020B0004020202020204" pitchFamily="34" charset="0"/>
              </a:rPr>
              <a:t>	</a:t>
            </a:r>
            <a:r>
              <a:rPr lang="en-IN" sz="1700" dirty="0">
                <a:latin typeface="Aptos" panose="020B0004020202020204" pitchFamily="34" charset="0"/>
              </a:rPr>
              <a:t>DF users log in via PAN + email/phone OTP. Ensures secure but simple access to CMS portal.</a:t>
            </a:r>
          </a:p>
          <a:p>
            <a:pPr marL="0" lvl="1" indent="0">
              <a:lnSpc>
                <a:spcPct val="100000"/>
              </a:lnSpc>
              <a:spcBef>
                <a:spcPts val="1000"/>
              </a:spcBef>
              <a:buNone/>
            </a:pPr>
            <a:r>
              <a:rPr lang="en-IN" sz="2200" b="1" dirty="0">
                <a:solidFill>
                  <a:srgbClr val="4965AC"/>
                </a:solidFill>
                <a:latin typeface="Aptos" panose="020B0004020202020204" pitchFamily="34" charset="0"/>
              </a:rPr>
              <a:t>2.	Role-Based Access Control </a:t>
            </a:r>
          </a:p>
          <a:p>
            <a:pPr marL="457200" lvl="1" indent="0">
              <a:lnSpc>
                <a:spcPct val="100000"/>
              </a:lnSpc>
              <a:buNone/>
            </a:pPr>
            <a:r>
              <a:rPr lang="en-IN" sz="1600" dirty="0">
                <a:latin typeface="Aptos" panose="020B0004020202020204" pitchFamily="34" charset="0"/>
              </a:rPr>
              <a:t>	Supports configurable roles like Legal Entity Admin, Business Admin, Operator, and Auditor with object-level 	access control. </a:t>
            </a:r>
            <a:endParaRPr lang="en-IN" b="1" dirty="0">
              <a:solidFill>
                <a:srgbClr val="4965AC"/>
              </a:solidFill>
              <a:effectLst/>
              <a:latin typeface="Helvetica" pitchFamily="2" charset="0"/>
            </a:endParaRPr>
          </a:p>
          <a:p>
            <a:pPr marL="0" indent="0">
              <a:lnSpc>
                <a:spcPct val="100000"/>
              </a:lnSpc>
              <a:buNone/>
            </a:pPr>
            <a:r>
              <a:rPr lang="en-IN" sz="2200" b="1" dirty="0">
                <a:solidFill>
                  <a:srgbClr val="4965AC"/>
                </a:solidFill>
                <a:latin typeface="Aptos" panose="020B0004020202020204" pitchFamily="34" charset="0"/>
              </a:rPr>
              <a:t>3.	Session &amp; Token Management </a:t>
            </a:r>
          </a:p>
          <a:p>
            <a:pPr marL="457200" lvl="1" indent="0">
              <a:buNone/>
            </a:pPr>
            <a:r>
              <a:rPr lang="en-IN" sz="1600" dirty="0">
                <a:latin typeface="Aptos" panose="020B0004020202020204" pitchFamily="34" charset="0"/>
              </a:rPr>
              <a:t>	OAuth2-based token issuance, session timeout enforcement, correlation ID tracking, and signing of 	responses for integrity. </a:t>
            </a:r>
          </a:p>
          <a:p>
            <a:pPr marL="0" indent="0">
              <a:buNone/>
            </a:pPr>
            <a:endParaRPr lang="en-US" dirty="0"/>
          </a:p>
        </p:txBody>
      </p:sp>
      <p:sp>
        <p:nvSpPr>
          <p:cNvPr id="4" name="Footer Placeholder 3">
            <a:extLst>
              <a:ext uri="{FF2B5EF4-FFF2-40B4-BE49-F238E27FC236}">
                <a16:creationId xmlns:a16="http://schemas.microsoft.com/office/drawing/2014/main" id="{5A810DEB-67CF-5513-367E-D899F4E972D0}"/>
              </a:ext>
            </a:extLst>
          </p:cNvPr>
          <p:cNvSpPr>
            <a:spLocks noGrp="1"/>
          </p:cNvSpPr>
          <p:nvPr>
            <p:ph type="ftr" sz="quarter" idx="11"/>
          </p:nvPr>
        </p:nvSpPr>
        <p:spPr/>
        <p:txBody>
          <a:bodyPr/>
          <a:lstStyle/>
          <a:p>
            <a:r>
              <a:rPr lang="en-US"/>
              <a:t>This document is submitted only for Code for Consent Challenge, organised by NeGD (a part of MeitY) and shall not be used for any other purpose.</a:t>
            </a:r>
          </a:p>
        </p:txBody>
      </p:sp>
    </p:spTree>
    <p:extLst>
      <p:ext uri="{BB962C8B-B14F-4D97-AF65-F5344CB8AC3E}">
        <p14:creationId xmlns:p14="http://schemas.microsoft.com/office/powerpoint/2010/main" val="1864960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pic>
        <p:nvPicPr>
          <p:cNvPr id="74" name="Google Shape;74;p17" title="myconsent.jiolabs.com_9001_business (3).png"/>
          <p:cNvPicPr preferRelativeResize="0"/>
          <p:nvPr/>
        </p:nvPicPr>
        <p:blipFill>
          <a:blip r:embed="rId3">
            <a:alphaModFix/>
          </a:blip>
          <a:stretch>
            <a:fillRect/>
          </a:stretch>
        </p:blipFill>
        <p:spPr>
          <a:xfrm>
            <a:off x="203200" y="203201"/>
            <a:ext cx="11785605" cy="6159529"/>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pic>
        <p:nvPicPr>
          <p:cNvPr id="79" name="Google Shape;79;p18" title="myconsent.jiolabs.com_9001_business (4).png"/>
          <p:cNvPicPr preferRelativeResize="0"/>
          <p:nvPr/>
        </p:nvPicPr>
        <p:blipFill>
          <a:blip r:embed="rId3">
            <a:alphaModFix/>
          </a:blip>
          <a:stretch>
            <a:fillRect/>
          </a:stretch>
        </p:blipFill>
        <p:spPr>
          <a:xfrm>
            <a:off x="203200" y="203201"/>
            <a:ext cx="11785605" cy="6159529"/>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9" title="myconsent.jiolabs.com_9001_business (5).png"/>
          <p:cNvPicPr preferRelativeResize="0"/>
          <p:nvPr/>
        </p:nvPicPr>
        <p:blipFill>
          <a:blip r:embed="rId3">
            <a:alphaModFix/>
          </a:blip>
          <a:stretch>
            <a:fillRect/>
          </a:stretch>
        </p:blipFill>
        <p:spPr>
          <a:xfrm>
            <a:off x="203201" y="203200"/>
            <a:ext cx="4772548" cy="6451603"/>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21" title="myconsent.jiolabs.com_9001_business (7).png"/>
          <p:cNvPicPr preferRelativeResize="0"/>
          <p:nvPr/>
        </p:nvPicPr>
        <p:blipFill>
          <a:blip r:embed="rId3">
            <a:alphaModFix/>
          </a:blip>
          <a:stretch>
            <a:fillRect/>
          </a:stretch>
        </p:blipFill>
        <p:spPr>
          <a:xfrm>
            <a:off x="203200" y="203201"/>
            <a:ext cx="11785605" cy="6159529"/>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pic>
        <p:nvPicPr>
          <p:cNvPr id="99" name="Google Shape;99;p22" title="myconsent.jiolabs.com_9001_business (8).png"/>
          <p:cNvPicPr preferRelativeResize="0"/>
          <p:nvPr/>
        </p:nvPicPr>
        <p:blipFill>
          <a:blip r:embed="rId3">
            <a:alphaModFix/>
          </a:blip>
          <a:stretch>
            <a:fillRect/>
          </a:stretch>
        </p:blipFill>
        <p:spPr>
          <a:xfrm>
            <a:off x="203200" y="203201"/>
            <a:ext cx="11785605" cy="6159529"/>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DE4C1-0898-0073-8532-AF0F67DA1F74}"/>
              </a:ext>
            </a:extLst>
          </p:cNvPr>
          <p:cNvSpPr>
            <a:spLocks noGrp="1"/>
          </p:cNvSpPr>
          <p:nvPr>
            <p:ph type="title"/>
          </p:nvPr>
        </p:nvSpPr>
        <p:spPr/>
        <p:txBody>
          <a:bodyPr/>
          <a:lstStyle/>
          <a:p>
            <a:r>
              <a:rPr lang="en-IN" sz="4000" b="1" dirty="0">
                <a:solidFill>
                  <a:srgbClr val="374B80"/>
                </a:solidFill>
                <a:latin typeface="Aptos" panose="020B0004020202020204" pitchFamily="34" charset="0"/>
              </a:rPr>
              <a:t>Integration Framework </a:t>
            </a:r>
            <a:endParaRPr lang="en-US" sz="4000" b="1" dirty="0">
              <a:solidFill>
                <a:srgbClr val="374B80"/>
              </a:solidFill>
              <a:latin typeface="Aptos" panose="020B0004020202020204" pitchFamily="34" charset="0"/>
            </a:endParaRPr>
          </a:p>
        </p:txBody>
      </p:sp>
      <p:sp>
        <p:nvSpPr>
          <p:cNvPr id="3" name="Content Placeholder 2">
            <a:extLst>
              <a:ext uri="{FF2B5EF4-FFF2-40B4-BE49-F238E27FC236}">
                <a16:creationId xmlns:a16="http://schemas.microsoft.com/office/drawing/2014/main" id="{8E514538-C634-7568-5022-48C4E8E9A3A9}"/>
              </a:ext>
            </a:extLst>
          </p:cNvPr>
          <p:cNvSpPr>
            <a:spLocks noGrp="1"/>
          </p:cNvSpPr>
          <p:nvPr>
            <p:ph idx="1"/>
          </p:nvPr>
        </p:nvSpPr>
        <p:spPr/>
        <p:txBody>
          <a:bodyPr>
            <a:normAutofit fontScale="47500" lnSpcReduction="20000"/>
          </a:bodyPr>
          <a:lstStyle/>
          <a:p>
            <a:pPr marL="457200" indent="-457200">
              <a:buFont typeface="+mj-lt"/>
              <a:buAutoNum type="arabicPeriod"/>
            </a:pPr>
            <a:r>
              <a:rPr lang="en-IN" sz="3500" b="1" dirty="0">
                <a:solidFill>
                  <a:srgbClr val="4965AC"/>
                </a:solidFill>
                <a:latin typeface="Aptos" panose="020B0004020202020204" pitchFamily="34" charset="0"/>
              </a:rPr>
              <a:t>Callback &amp; Webhook Management </a:t>
            </a:r>
          </a:p>
          <a:p>
            <a:pPr marL="457200" lvl="1" indent="0">
              <a:lnSpc>
                <a:spcPct val="120000"/>
              </a:lnSpc>
              <a:buNone/>
            </a:pPr>
            <a:r>
              <a:rPr lang="en-IN" sz="2600" dirty="0">
                <a:latin typeface="Aptos" panose="020B0004020202020204" pitchFamily="34" charset="0"/>
              </a:rPr>
              <a:t>DFs can configure URLs to receive events for consent, grievance, and status changes. Webhooks include JWS signatures for authenticity. </a:t>
            </a:r>
            <a:endParaRPr lang="en-IN" sz="1900" b="1" dirty="0">
              <a:solidFill>
                <a:srgbClr val="4965AC"/>
              </a:solidFill>
              <a:effectLst/>
              <a:latin typeface="Helvetica" pitchFamily="2" charset="0"/>
            </a:endParaRPr>
          </a:p>
          <a:p>
            <a:pPr marL="457200" indent="-457200">
              <a:buFont typeface="+mj-lt"/>
              <a:buAutoNum type="arabicPeriod"/>
            </a:pPr>
            <a:r>
              <a:rPr lang="en-IN" sz="3500" b="1" dirty="0">
                <a:solidFill>
                  <a:srgbClr val="4965AC"/>
                </a:solidFill>
                <a:latin typeface="Aptos" panose="020B0004020202020204" pitchFamily="34" charset="0"/>
              </a:rPr>
              <a:t>SecureCode Generator API </a:t>
            </a:r>
          </a:p>
          <a:p>
            <a:pPr marL="457200" lvl="1" indent="0">
              <a:lnSpc>
                <a:spcPct val="120000"/>
              </a:lnSpc>
              <a:buNone/>
            </a:pPr>
            <a:r>
              <a:rPr lang="en-IN" sz="2500" dirty="0">
                <a:latin typeface="Aptos" panose="020B0004020202020204" pitchFamily="34" charset="0"/>
              </a:rPr>
              <a:t>Generates time-bound secure access tokens for embedded consent, cookie, and grievance journeys used inside DF’s platform or app. </a:t>
            </a:r>
            <a:endParaRPr lang="en-IN" sz="1900" b="1" dirty="0">
              <a:solidFill>
                <a:srgbClr val="4965AC"/>
              </a:solidFill>
              <a:effectLst/>
              <a:latin typeface="Helvetica" pitchFamily="2" charset="0"/>
            </a:endParaRPr>
          </a:p>
          <a:p>
            <a:pPr marL="457200" indent="-457200">
              <a:buFont typeface="+mj-lt"/>
              <a:buAutoNum type="arabicPeriod"/>
            </a:pPr>
            <a:r>
              <a:rPr lang="en-IN" sz="3600" b="1" dirty="0">
                <a:solidFill>
                  <a:srgbClr val="4965AC"/>
                </a:solidFill>
                <a:latin typeface="Aptos" panose="020B0004020202020204" pitchFamily="34" charset="0"/>
              </a:rPr>
              <a:t>JS Widget Integration </a:t>
            </a:r>
          </a:p>
          <a:p>
            <a:pPr marL="457200" lvl="1" indent="0">
              <a:lnSpc>
                <a:spcPct val="120000"/>
              </a:lnSpc>
              <a:buNone/>
            </a:pPr>
            <a:r>
              <a:rPr lang="en-IN" sz="2900" dirty="0">
                <a:latin typeface="Aptos" panose="020B0004020202020204" pitchFamily="34" charset="0"/>
              </a:rPr>
              <a:t>Provides DF websites with a JS bundle to embed consent/cookie UI without handling logic internally.</a:t>
            </a:r>
          </a:p>
          <a:p>
            <a:pPr marL="457200" indent="-457200">
              <a:buFont typeface="+mj-lt"/>
              <a:buAutoNum type="arabicPeriod"/>
            </a:pPr>
            <a:r>
              <a:rPr lang="en-IN" sz="3600" b="1" dirty="0">
                <a:solidFill>
                  <a:srgbClr val="4965AC"/>
                </a:solidFill>
                <a:latin typeface="Aptos" panose="020B0004020202020204" pitchFamily="34" charset="0"/>
              </a:rPr>
              <a:t>DigiLocker Integration </a:t>
            </a:r>
          </a:p>
          <a:p>
            <a:pPr marL="457200" lvl="1" indent="0">
              <a:lnSpc>
                <a:spcPct val="120000"/>
              </a:lnSpc>
              <a:buNone/>
            </a:pPr>
            <a:r>
              <a:rPr lang="en-IN" sz="2900" dirty="0">
                <a:latin typeface="Aptos" panose="020B0004020202020204" pitchFamily="34" charset="0"/>
              </a:rPr>
              <a:t>Used for parental KYC and identity verification where required under minors’ consent law. </a:t>
            </a:r>
            <a:endParaRPr lang="en-IN" sz="1900" b="1" dirty="0">
              <a:solidFill>
                <a:srgbClr val="4965AC"/>
              </a:solidFill>
              <a:effectLst/>
              <a:latin typeface="Helvetica" pitchFamily="2" charset="0"/>
            </a:endParaRPr>
          </a:p>
          <a:p>
            <a:pPr marL="457200" indent="-457200">
              <a:buFont typeface="+mj-lt"/>
              <a:buAutoNum type="arabicPeriod"/>
            </a:pPr>
            <a:r>
              <a:rPr lang="en-IN" sz="3600" b="1" dirty="0">
                <a:solidFill>
                  <a:srgbClr val="4965AC"/>
                </a:solidFill>
                <a:latin typeface="Aptos" panose="020B0004020202020204" pitchFamily="34" charset="0"/>
              </a:rPr>
              <a:t>Bhashini AI Integration </a:t>
            </a:r>
          </a:p>
          <a:p>
            <a:pPr marL="457200" lvl="1" indent="0">
              <a:lnSpc>
                <a:spcPct val="120000"/>
              </a:lnSpc>
              <a:buNone/>
            </a:pPr>
            <a:r>
              <a:rPr lang="en-IN" sz="2900" dirty="0">
                <a:latin typeface="Aptos" panose="020B0004020202020204" pitchFamily="34" charset="0"/>
              </a:rPr>
              <a:t>Provides fast, reliable translation for consent templates, cookie text, grievance forms, and notifications in 22+ languages. </a:t>
            </a:r>
            <a:endParaRPr lang="en-IN" sz="1900" b="1" dirty="0">
              <a:solidFill>
                <a:srgbClr val="4965AC"/>
              </a:solidFill>
              <a:effectLst/>
              <a:latin typeface="Helvetica" pitchFamily="2" charset="0"/>
            </a:endParaRPr>
          </a:p>
          <a:p>
            <a:pPr marL="457200" indent="-457200">
              <a:buFont typeface="+mj-lt"/>
              <a:buAutoNum type="arabicPeriod"/>
            </a:pPr>
            <a:r>
              <a:rPr lang="en-IN" sz="3600" b="1" dirty="0">
                <a:solidFill>
                  <a:srgbClr val="4965AC"/>
                </a:solidFill>
                <a:latin typeface="Aptos" panose="020B0004020202020204" pitchFamily="34" charset="0"/>
              </a:rPr>
              <a:t>Vault &amp; WSO2 Wrappers </a:t>
            </a:r>
          </a:p>
          <a:p>
            <a:pPr marL="457200" lvl="1" indent="0">
              <a:lnSpc>
                <a:spcPct val="120000"/>
              </a:lnSpc>
              <a:buNone/>
            </a:pPr>
            <a:r>
              <a:rPr lang="en-IN" sz="2900" dirty="0">
                <a:latin typeface="Aptos" panose="020B0004020202020204" pitchFamily="34" charset="0"/>
              </a:rPr>
              <a:t>Platforms abstract Vault for key management and </a:t>
            </a:r>
          </a:p>
          <a:p>
            <a:pPr marL="0" indent="0">
              <a:buNone/>
            </a:pPr>
            <a:endParaRPr lang="en-US" sz="1200" dirty="0"/>
          </a:p>
        </p:txBody>
      </p:sp>
      <p:sp>
        <p:nvSpPr>
          <p:cNvPr id="4" name="Footer Placeholder 3">
            <a:extLst>
              <a:ext uri="{FF2B5EF4-FFF2-40B4-BE49-F238E27FC236}">
                <a16:creationId xmlns:a16="http://schemas.microsoft.com/office/drawing/2014/main" id="{A97C9403-9B9A-CBAD-C9A7-E24CAFAE1A30}"/>
              </a:ext>
            </a:extLst>
          </p:cNvPr>
          <p:cNvSpPr>
            <a:spLocks noGrp="1"/>
          </p:cNvSpPr>
          <p:nvPr>
            <p:ph type="ftr" sz="quarter" idx="11"/>
          </p:nvPr>
        </p:nvSpPr>
        <p:spPr/>
        <p:txBody>
          <a:bodyPr/>
          <a:lstStyle/>
          <a:p>
            <a:r>
              <a:rPr lang="en-US"/>
              <a:t>This document is submitted only for Code for Consent Challenge, organised by NeGD (a part of MeitY) and shall not be used for any other purpose.</a:t>
            </a:r>
          </a:p>
        </p:txBody>
      </p:sp>
    </p:spTree>
    <p:extLst>
      <p:ext uri="{BB962C8B-B14F-4D97-AF65-F5344CB8AC3E}">
        <p14:creationId xmlns:p14="http://schemas.microsoft.com/office/powerpoint/2010/main" val="29605434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55A77-F628-E201-C697-BB327C8EEAA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30326EC-A0B7-254E-82FF-3219E4E40696}"/>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BC003639-716A-614A-0221-0B9523B7C4D4}"/>
              </a:ext>
            </a:extLst>
          </p:cNvPr>
          <p:cNvSpPr>
            <a:spLocks noGrp="1"/>
          </p:cNvSpPr>
          <p:nvPr>
            <p:ph type="ftr" sz="quarter" idx="11"/>
          </p:nvPr>
        </p:nvSpPr>
        <p:spPr/>
        <p:txBody>
          <a:bodyPr/>
          <a:lstStyle/>
          <a:p>
            <a:r>
              <a:rPr lang="en-US"/>
              <a:t>This document is submitted only for Code for Consent Challenge, organised by NeGD (a part of MeitY) and shall not be used for any other purpose.</a:t>
            </a:r>
          </a:p>
        </p:txBody>
      </p:sp>
      <p:pic>
        <p:nvPicPr>
          <p:cNvPr id="5" name="Google Shape;176;p12">
            <a:extLst>
              <a:ext uri="{FF2B5EF4-FFF2-40B4-BE49-F238E27FC236}">
                <a16:creationId xmlns:a16="http://schemas.microsoft.com/office/drawing/2014/main" id="{354204B1-DBDE-4ECE-CAFA-136A7F8A16FD}"/>
              </a:ext>
            </a:extLst>
          </p:cNvPr>
          <p:cNvPicPr preferRelativeResize="0"/>
          <p:nvPr/>
        </p:nvPicPr>
        <p:blipFill rotWithShape="1">
          <a:blip r:embed="rId2">
            <a:alphaModFix/>
          </a:blip>
          <a:srcRect/>
          <a:stretch/>
        </p:blipFill>
        <p:spPr>
          <a:xfrm>
            <a:off x="0" y="593651"/>
            <a:ext cx="12192000" cy="5670698"/>
          </a:xfrm>
          <a:prstGeom prst="rect">
            <a:avLst/>
          </a:prstGeom>
          <a:noFill/>
          <a:ln>
            <a:noFill/>
          </a:ln>
        </p:spPr>
      </p:pic>
    </p:spTree>
    <p:extLst>
      <p:ext uri="{BB962C8B-B14F-4D97-AF65-F5344CB8AC3E}">
        <p14:creationId xmlns:p14="http://schemas.microsoft.com/office/powerpoint/2010/main" val="42166685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E348B-731D-E8F3-D364-60607232A452}"/>
              </a:ext>
            </a:extLst>
          </p:cNvPr>
          <p:cNvSpPr>
            <a:spLocks noGrp="1"/>
          </p:cNvSpPr>
          <p:nvPr>
            <p:ph type="title"/>
          </p:nvPr>
        </p:nvSpPr>
        <p:spPr/>
        <p:txBody>
          <a:bodyPr/>
          <a:lstStyle/>
          <a:p>
            <a:r>
              <a:rPr lang="en-IN" sz="4000" b="1" dirty="0">
                <a:solidFill>
                  <a:srgbClr val="374B80"/>
                </a:solidFill>
                <a:latin typeface="Aptos" panose="020B0004020202020204" pitchFamily="34" charset="0"/>
              </a:rPr>
              <a:t>Cross-Cutting Platform Services </a:t>
            </a:r>
            <a:endParaRPr lang="en-US" sz="4000" b="1" dirty="0">
              <a:solidFill>
                <a:srgbClr val="374B80"/>
              </a:solidFill>
              <a:latin typeface="Aptos" panose="020B0004020202020204" pitchFamily="34" charset="0"/>
            </a:endParaRPr>
          </a:p>
        </p:txBody>
      </p:sp>
      <p:sp>
        <p:nvSpPr>
          <p:cNvPr id="3" name="Content Placeholder 2">
            <a:extLst>
              <a:ext uri="{FF2B5EF4-FFF2-40B4-BE49-F238E27FC236}">
                <a16:creationId xmlns:a16="http://schemas.microsoft.com/office/drawing/2014/main" id="{95B89993-1FB7-4A16-53B4-D15E31B7D9F6}"/>
              </a:ext>
            </a:extLst>
          </p:cNvPr>
          <p:cNvSpPr>
            <a:spLocks noGrp="1"/>
          </p:cNvSpPr>
          <p:nvPr>
            <p:ph idx="1"/>
          </p:nvPr>
        </p:nvSpPr>
        <p:spPr/>
        <p:txBody>
          <a:bodyPr>
            <a:normAutofit fontScale="92500" lnSpcReduction="20000"/>
          </a:bodyPr>
          <a:lstStyle/>
          <a:p>
            <a:pPr marL="457200" indent="-457200">
              <a:buFont typeface="+mj-lt"/>
              <a:buAutoNum type="arabicPeriod"/>
            </a:pPr>
            <a:r>
              <a:rPr lang="en-IN" sz="2400" b="1" dirty="0">
                <a:solidFill>
                  <a:srgbClr val="4965AC"/>
                </a:solidFill>
                <a:latin typeface="Aptos" panose="020B0004020202020204" pitchFamily="34" charset="0"/>
              </a:rPr>
              <a:t>Scheduler / Workflow Engine </a:t>
            </a:r>
          </a:p>
          <a:p>
            <a:pPr marL="457200" lvl="1" indent="0">
              <a:lnSpc>
                <a:spcPct val="120000"/>
              </a:lnSpc>
              <a:buNone/>
            </a:pPr>
            <a:r>
              <a:rPr lang="en-IN" sz="1600" dirty="0">
                <a:latin typeface="Aptos" panose="020B0004020202020204" pitchFamily="34" charset="0"/>
              </a:rPr>
              <a:t>Monitors consent expiries, SLA deadlines, renewal reminders, escalation flows, and scheduled reports. </a:t>
            </a:r>
          </a:p>
          <a:p>
            <a:pPr marL="514350" indent="-514350">
              <a:buFont typeface="+mj-lt"/>
              <a:buAutoNum type="arabicPeriod"/>
            </a:pPr>
            <a:endParaRPr lang="en-IN" b="1" dirty="0">
              <a:solidFill>
                <a:srgbClr val="4965AC"/>
              </a:solidFill>
              <a:effectLst/>
              <a:latin typeface="Helvetica" pitchFamily="2" charset="0"/>
            </a:endParaRPr>
          </a:p>
          <a:p>
            <a:pPr marL="457200" indent="-457200">
              <a:buFont typeface="+mj-lt"/>
              <a:buAutoNum type="arabicPeriod"/>
            </a:pPr>
            <a:r>
              <a:rPr lang="en-IN" sz="2400" b="1" dirty="0">
                <a:solidFill>
                  <a:srgbClr val="4965AC"/>
                </a:solidFill>
                <a:latin typeface="Aptos" panose="020B0004020202020204" pitchFamily="34" charset="0"/>
              </a:rPr>
              <a:t>Translation &amp; Localization Service </a:t>
            </a:r>
          </a:p>
          <a:p>
            <a:pPr marL="457200" lvl="1" indent="0">
              <a:lnSpc>
                <a:spcPct val="120000"/>
              </a:lnSpc>
              <a:buNone/>
            </a:pPr>
            <a:r>
              <a:rPr lang="en-IN" sz="1800" dirty="0">
                <a:latin typeface="Aptos" panose="020B0004020202020204" pitchFamily="34" charset="0"/>
              </a:rPr>
              <a:t>Ensures all UI modules support multilingual content and accessibility (WCAG 2.1 AA aligned). </a:t>
            </a:r>
          </a:p>
          <a:p>
            <a:pPr marL="514350" indent="-514350">
              <a:buFont typeface="+mj-lt"/>
              <a:buAutoNum type="arabicPeriod"/>
            </a:pPr>
            <a:endParaRPr lang="en-IN" b="1" dirty="0">
              <a:solidFill>
                <a:srgbClr val="4965AC"/>
              </a:solidFill>
              <a:effectLst/>
              <a:latin typeface="Helvetica" pitchFamily="2" charset="0"/>
            </a:endParaRPr>
          </a:p>
          <a:p>
            <a:pPr marL="457200" indent="-457200">
              <a:buFont typeface="+mj-lt"/>
              <a:buAutoNum type="arabicPeriod"/>
            </a:pPr>
            <a:r>
              <a:rPr lang="en-IN" sz="2400" b="1" dirty="0" err="1">
                <a:solidFill>
                  <a:srgbClr val="4965AC"/>
                </a:solidFill>
                <a:latin typeface="Aptos" panose="020B0004020202020204" pitchFamily="34" charset="0"/>
              </a:rPr>
              <a:t>HashiCorp</a:t>
            </a:r>
            <a:r>
              <a:rPr lang="en-IN" sz="2400" b="1" dirty="0">
                <a:solidFill>
                  <a:srgbClr val="4965AC"/>
                </a:solidFill>
                <a:latin typeface="Aptos" panose="020B0004020202020204" pitchFamily="34" charset="0"/>
              </a:rPr>
              <a:t> Vault Wrapper </a:t>
            </a:r>
          </a:p>
          <a:p>
            <a:pPr marL="457200" lvl="1" indent="0">
              <a:lnSpc>
                <a:spcPct val="120000"/>
              </a:lnSpc>
              <a:buNone/>
            </a:pPr>
            <a:r>
              <a:rPr lang="en-IN" sz="2000" dirty="0">
                <a:latin typeface="Aptos" panose="020B0004020202020204" pitchFamily="34" charset="0"/>
              </a:rPr>
              <a:t>Securely stores RSA keys, encrypts payloads, signs artifacts, and manages versioning without exposing raw keys. </a:t>
            </a:r>
          </a:p>
          <a:p>
            <a:pPr marL="514350" indent="-514350">
              <a:buFont typeface="+mj-lt"/>
              <a:buAutoNum type="arabicPeriod"/>
            </a:pPr>
            <a:endParaRPr lang="en-IN" b="1" dirty="0">
              <a:solidFill>
                <a:srgbClr val="4965AC"/>
              </a:solidFill>
              <a:effectLst/>
              <a:latin typeface="Helvetica" pitchFamily="2" charset="0"/>
            </a:endParaRPr>
          </a:p>
          <a:p>
            <a:pPr marL="457200" indent="-457200">
              <a:buFont typeface="+mj-lt"/>
              <a:buAutoNum type="arabicPeriod"/>
            </a:pPr>
            <a:r>
              <a:rPr lang="en-IN" sz="2400" b="1" dirty="0">
                <a:solidFill>
                  <a:srgbClr val="4965AC"/>
                </a:solidFill>
                <a:latin typeface="Aptos" panose="020B0004020202020204" pitchFamily="34" charset="0"/>
              </a:rPr>
              <a:t>WSO2 Credential Wrapper </a:t>
            </a:r>
          </a:p>
          <a:p>
            <a:pPr marL="457200" lvl="1" indent="0">
              <a:lnSpc>
                <a:spcPct val="120000"/>
              </a:lnSpc>
              <a:buNone/>
            </a:pPr>
            <a:r>
              <a:rPr lang="en-IN" sz="2200" dirty="0">
                <a:latin typeface="Aptos" panose="020B0004020202020204" pitchFamily="34" charset="0"/>
              </a:rPr>
              <a:t>Generates client credentials for DF onboarding and securely rotates keys as per policy. </a:t>
            </a:r>
          </a:p>
          <a:p>
            <a:pPr marL="0" indent="0">
              <a:buNone/>
            </a:pPr>
            <a:endParaRPr lang="en-US" dirty="0"/>
          </a:p>
        </p:txBody>
      </p:sp>
      <p:sp>
        <p:nvSpPr>
          <p:cNvPr id="4" name="Footer Placeholder 3">
            <a:extLst>
              <a:ext uri="{FF2B5EF4-FFF2-40B4-BE49-F238E27FC236}">
                <a16:creationId xmlns:a16="http://schemas.microsoft.com/office/drawing/2014/main" id="{60532E37-8073-AA8F-16B2-1ABE85CE514C}"/>
              </a:ext>
            </a:extLst>
          </p:cNvPr>
          <p:cNvSpPr>
            <a:spLocks noGrp="1"/>
          </p:cNvSpPr>
          <p:nvPr>
            <p:ph type="ftr" sz="quarter" idx="11"/>
          </p:nvPr>
        </p:nvSpPr>
        <p:spPr/>
        <p:txBody>
          <a:bodyPr/>
          <a:lstStyle/>
          <a:p>
            <a:r>
              <a:rPr lang="en-US"/>
              <a:t>This document is submitted only for Code for Consent Challenge, organised by NeGD (a part of MeitY) and shall not be used for any other purpose.</a:t>
            </a:r>
          </a:p>
        </p:txBody>
      </p:sp>
    </p:spTree>
    <p:extLst>
      <p:ext uri="{BB962C8B-B14F-4D97-AF65-F5344CB8AC3E}">
        <p14:creationId xmlns:p14="http://schemas.microsoft.com/office/powerpoint/2010/main" val="37653029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BC9BCD4-E0DA-CB57-5A4C-7ECAEE3D9346}"/>
              </a:ext>
            </a:extLst>
          </p:cNvPr>
          <p:cNvSpPr>
            <a:spLocks noGrp="1"/>
          </p:cNvSpPr>
          <p:nvPr>
            <p:ph type="ftr" sz="quarter" idx="11"/>
          </p:nvPr>
        </p:nvSpPr>
        <p:spPr/>
        <p:txBody>
          <a:bodyPr/>
          <a:lstStyle/>
          <a:p>
            <a:r>
              <a:rPr lang="en-US"/>
              <a:t>This document is submitted only for Code for Consent Challenge, organised by NeGD (a part of MeitY) and shall not be used for any other purpose.</a:t>
            </a:r>
          </a:p>
        </p:txBody>
      </p:sp>
      <p:pic>
        <p:nvPicPr>
          <p:cNvPr id="2050" name="Picture 2">
            <a:extLst>
              <a:ext uri="{FF2B5EF4-FFF2-40B4-BE49-F238E27FC236}">
                <a16:creationId xmlns:a16="http://schemas.microsoft.com/office/drawing/2014/main" id="{AD08010C-D19C-B529-4B75-D8B882460E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9213"/>
            <a:ext cx="12192000" cy="6759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57889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76E27-D6BC-C25A-5EDB-61D9F9930BD1}"/>
              </a:ext>
            </a:extLst>
          </p:cNvPr>
          <p:cNvSpPr>
            <a:spLocks noGrp="1"/>
          </p:cNvSpPr>
          <p:nvPr>
            <p:ph type="title"/>
          </p:nvPr>
        </p:nvSpPr>
        <p:spPr/>
        <p:txBody>
          <a:bodyPr/>
          <a:lstStyle/>
          <a:p>
            <a:r>
              <a:rPr lang="en-US" dirty="0"/>
              <a:t>Thankyou.</a:t>
            </a:r>
          </a:p>
        </p:txBody>
      </p:sp>
      <p:sp>
        <p:nvSpPr>
          <p:cNvPr id="4" name="Footer Placeholder 3">
            <a:extLst>
              <a:ext uri="{FF2B5EF4-FFF2-40B4-BE49-F238E27FC236}">
                <a16:creationId xmlns:a16="http://schemas.microsoft.com/office/drawing/2014/main" id="{C44D61BE-2019-6E01-DD7F-4F240279CAAD}"/>
              </a:ext>
            </a:extLst>
          </p:cNvPr>
          <p:cNvSpPr>
            <a:spLocks noGrp="1"/>
          </p:cNvSpPr>
          <p:nvPr>
            <p:ph type="ftr" sz="quarter" idx="11"/>
          </p:nvPr>
        </p:nvSpPr>
        <p:spPr/>
        <p:txBody>
          <a:bodyPr/>
          <a:lstStyle/>
          <a:p>
            <a:r>
              <a:rPr lang="en-US"/>
              <a:t>This document is submitted only for Code for Consent Challenge, organised by NeGD (a part of MeitY) and shall not be used for any other purpose.</a:t>
            </a:r>
          </a:p>
        </p:txBody>
      </p:sp>
    </p:spTree>
    <p:extLst>
      <p:ext uri="{BB962C8B-B14F-4D97-AF65-F5344CB8AC3E}">
        <p14:creationId xmlns:p14="http://schemas.microsoft.com/office/powerpoint/2010/main" val="703101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7153</TotalTime>
  <Words>4040</Words>
  <Application>Microsoft Macintosh PowerPoint</Application>
  <PresentationFormat>Widescreen</PresentationFormat>
  <Paragraphs>272</Paragraphs>
  <Slides>52</Slides>
  <Notes>32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Aptos</vt:lpstr>
      <vt:lpstr>Arial</vt:lpstr>
      <vt:lpstr>Calibri</vt:lpstr>
      <vt:lpstr>Calibri Light</vt:lpstr>
      <vt:lpstr>Helvetica</vt:lpstr>
      <vt:lpstr>Office Theme</vt:lpstr>
      <vt:lpstr>PowerPoint Presentation</vt:lpstr>
      <vt:lpstr>Key Differentiator of Jio Consent Management System  </vt:lpstr>
      <vt:lpstr>Functional Overview</vt:lpstr>
      <vt:lpstr>PowerPoint Presentation</vt:lpstr>
      <vt:lpstr>PowerPoint Presentation</vt:lpstr>
      <vt:lpstr>Consent Management Lifecycle</vt:lpstr>
      <vt:lpstr>PowerPoint Presentation</vt:lpstr>
      <vt:lpstr>PowerPoint Presentation</vt:lpstr>
      <vt:lpstr>PowerPoint Presentation</vt:lpstr>
      <vt:lpstr>PowerPoint Presentation</vt:lpstr>
      <vt:lpstr>PowerPoint Presentation</vt:lpstr>
      <vt:lpstr>PowerPoint Presentation</vt:lpstr>
      <vt:lpstr>Cookie Consent Management Lifecycle</vt:lpstr>
      <vt:lpstr>PowerPoint Presentation</vt:lpstr>
      <vt:lpstr>PowerPoint Presentation</vt:lpstr>
      <vt:lpstr>PowerPoint Presentation</vt:lpstr>
      <vt:lpstr>PowerPoint Presentation</vt:lpstr>
      <vt:lpstr>Grievance &amp; Rights Management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Notification &amp; Communication Services</vt:lpstr>
      <vt:lpstr>PowerPoint Presentation</vt:lpstr>
      <vt:lpstr>Audit &amp; Compliance </vt:lpstr>
      <vt:lpstr>PowerPoint Presentation</vt:lpstr>
      <vt:lpstr>CMS Portal &amp; Admin Console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Identity, Access &amp; RBAC</vt:lpstr>
      <vt:lpstr>PowerPoint Presentation</vt:lpstr>
      <vt:lpstr>PowerPoint Presentation</vt:lpstr>
      <vt:lpstr>PowerPoint Presentation</vt:lpstr>
      <vt:lpstr>PowerPoint Presentation</vt:lpstr>
      <vt:lpstr>PowerPoint Presentation</vt:lpstr>
      <vt:lpstr>Integration Framework </vt:lpstr>
      <vt:lpstr>PowerPoint Presentation</vt:lpstr>
      <vt:lpstr>Cross-Cutting Platform Services </vt:lpstr>
      <vt:lpstr>PowerPoint Presentation</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Lokesh6 Sharma</dc:creator>
  <cp:lastModifiedBy>Lokesh6 Sharma</cp:lastModifiedBy>
  <cp:revision>12</cp:revision>
  <dcterms:created xsi:type="dcterms:W3CDTF">2025-11-26T09:10:39Z</dcterms:created>
  <dcterms:modified xsi:type="dcterms:W3CDTF">2025-12-09T09:27:30Z</dcterms:modified>
</cp:coreProperties>
</file>